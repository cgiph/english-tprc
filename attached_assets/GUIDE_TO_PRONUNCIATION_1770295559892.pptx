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4" r:id="rId4"/>
  </p:sldMasterIdLst>
  <p:notesMasterIdLst>
    <p:notesMasterId r:id="rId50"/>
  </p:notesMasterIdLst>
  <p:handoutMasterIdLst>
    <p:handoutMasterId r:id="rId51"/>
  </p:handoutMasterIdLst>
  <p:sldIdLst>
    <p:sldId id="256" r:id="rId5"/>
    <p:sldId id="260" r:id="rId6"/>
    <p:sldId id="261" r:id="rId7"/>
    <p:sldId id="262" r:id="rId8"/>
    <p:sldId id="320" r:id="rId9"/>
    <p:sldId id="317" r:id="rId10"/>
    <p:sldId id="271" r:id="rId11"/>
    <p:sldId id="268" r:id="rId12"/>
    <p:sldId id="321" r:id="rId13"/>
    <p:sldId id="270" r:id="rId14"/>
    <p:sldId id="333" r:id="rId15"/>
    <p:sldId id="334" r:id="rId16"/>
    <p:sldId id="335" r:id="rId17"/>
    <p:sldId id="336" r:id="rId18"/>
    <p:sldId id="327" r:id="rId19"/>
    <p:sldId id="263" r:id="rId20"/>
    <p:sldId id="319" r:id="rId21"/>
    <p:sldId id="318" r:id="rId22"/>
    <p:sldId id="322" r:id="rId23"/>
    <p:sldId id="328" r:id="rId24"/>
    <p:sldId id="329" r:id="rId25"/>
    <p:sldId id="330" r:id="rId26"/>
    <p:sldId id="338" r:id="rId27"/>
    <p:sldId id="331" r:id="rId28"/>
    <p:sldId id="264" r:id="rId29"/>
    <p:sldId id="337" r:id="rId30"/>
    <p:sldId id="332" r:id="rId31"/>
    <p:sldId id="265" r:id="rId32"/>
    <p:sldId id="266" r:id="rId33"/>
    <p:sldId id="323" r:id="rId34"/>
    <p:sldId id="280" r:id="rId35"/>
    <p:sldId id="282" r:id="rId36"/>
    <p:sldId id="281" r:id="rId37"/>
    <p:sldId id="285" r:id="rId38"/>
    <p:sldId id="279" r:id="rId39"/>
    <p:sldId id="283" r:id="rId40"/>
    <p:sldId id="284" r:id="rId41"/>
    <p:sldId id="286" r:id="rId42"/>
    <p:sldId id="288" r:id="rId43"/>
    <p:sldId id="287" r:id="rId44"/>
    <p:sldId id="272" r:id="rId45"/>
    <p:sldId id="273" r:id="rId46"/>
    <p:sldId id="274" r:id="rId47"/>
    <p:sldId id="267" r:id="rId48"/>
    <p:sldId id="275"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10D1F"/>
    <a:srgbClr val="000000"/>
    <a:srgbClr val="5E1030"/>
    <a:srgbClr val="E32BA0"/>
    <a:srgbClr val="63384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AA288B-E83D-4A6F-B75E-63D3B3125C40}" v="5" dt="2025-10-08T08:52:30.6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566" autoAdjust="0"/>
  </p:normalViewPr>
  <p:slideViewPr>
    <p:cSldViewPr snapToGrid="0">
      <p:cViewPr varScale="1">
        <p:scale>
          <a:sx n="64" d="100"/>
          <a:sy n="64" d="100"/>
        </p:scale>
        <p:origin x="724" y="48"/>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handoutMaster" Target="handoutMasters/handoutMaster1.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 Susan Centino" userId="3215a2b3-a11d-4e0f-97b4-3b05579c3f4d" providerId="ADAL" clId="{27B30CB4-B094-430D-B4CF-7ED75DE4F210}"/>
    <pc:docChg chg="addSld delSld modSld">
      <pc:chgData name="Maria Susan Centino" userId="3215a2b3-a11d-4e0f-97b4-3b05579c3f4d" providerId="ADAL" clId="{27B30CB4-B094-430D-B4CF-7ED75DE4F210}" dt="2024-11-26T10:28:34.777" v="4" actId="1076"/>
      <pc:docMkLst>
        <pc:docMk/>
      </pc:docMkLst>
      <pc:sldChg chg="del">
        <pc:chgData name="Maria Susan Centino" userId="3215a2b3-a11d-4e0f-97b4-3b05579c3f4d" providerId="ADAL" clId="{27B30CB4-B094-430D-B4CF-7ED75DE4F210}" dt="2024-11-26T10:27:44.320" v="0" actId="47"/>
        <pc:sldMkLst>
          <pc:docMk/>
          <pc:sldMk cId="4236585593" sldId="276"/>
        </pc:sldMkLst>
      </pc:sldChg>
      <pc:sldChg chg="del">
        <pc:chgData name="Maria Susan Centino" userId="3215a2b3-a11d-4e0f-97b4-3b05579c3f4d" providerId="ADAL" clId="{27B30CB4-B094-430D-B4CF-7ED75DE4F210}" dt="2024-11-26T10:27:44.320" v="0" actId="47"/>
        <pc:sldMkLst>
          <pc:docMk/>
          <pc:sldMk cId="3361947228" sldId="289"/>
        </pc:sldMkLst>
      </pc:sldChg>
      <pc:sldChg chg="del">
        <pc:chgData name="Maria Susan Centino" userId="3215a2b3-a11d-4e0f-97b4-3b05579c3f4d" providerId="ADAL" clId="{27B30CB4-B094-430D-B4CF-7ED75DE4F210}" dt="2024-11-26T10:27:44.320" v="0" actId="47"/>
        <pc:sldMkLst>
          <pc:docMk/>
          <pc:sldMk cId="3486214864" sldId="290"/>
        </pc:sldMkLst>
      </pc:sldChg>
      <pc:sldChg chg="del">
        <pc:chgData name="Maria Susan Centino" userId="3215a2b3-a11d-4e0f-97b4-3b05579c3f4d" providerId="ADAL" clId="{27B30CB4-B094-430D-B4CF-7ED75DE4F210}" dt="2024-11-26T10:27:44.320" v="0" actId="47"/>
        <pc:sldMkLst>
          <pc:docMk/>
          <pc:sldMk cId="185195598" sldId="291"/>
        </pc:sldMkLst>
      </pc:sldChg>
      <pc:sldChg chg="del">
        <pc:chgData name="Maria Susan Centino" userId="3215a2b3-a11d-4e0f-97b4-3b05579c3f4d" providerId="ADAL" clId="{27B30CB4-B094-430D-B4CF-7ED75DE4F210}" dt="2024-11-26T10:27:44.320" v="0" actId="47"/>
        <pc:sldMkLst>
          <pc:docMk/>
          <pc:sldMk cId="534143506" sldId="292"/>
        </pc:sldMkLst>
      </pc:sldChg>
      <pc:sldChg chg="del">
        <pc:chgData name="Maria Susan Centino" userId="3215a2b3-a11d-4e0f-97b4-3b05579c3f4d" providerId="ADAL" clId="{27B30CB4-B094-430D-B4CF-7ED75DE4F210}" dt="2024-11-26T10:27:44.320" v="0" actId="47"/>
        <pc:sldMkLst>
          <pc:docMk/>
          <pc:sldMk cId="1215227488" sldId="293"/>
        </pc:sldMkLst>
      </pc:sldChg>
      <pc:sldChg chg="del">
        <pc:chgData name="Maria Susan Centino" userId="3215a2b3-a11d-4e0f-97b4-3b05579c3f4d" providerId="ADAL" clId="{27B30CB4-B094-430D-B4CF-7ED75DE4F210}" dt="2024-11-26T10:27:44.320" v="0" actId="47"/>
        <pc:sldMkLst>
          <pc:docMk/>
          <pc:sldMk cId="4137889868" sldId="294"/>
        </pc:sldMkLst>
      </pc:sldChg>
      <pc:sldChg chg="del">
        <pc:chgData name="Maria Susan Centino" userId="3215a2b3-a11d-4e0f-97b4-3b05579c3f4d" providerId="ADAL" clId="{27B30CB4-B094-430D-B4CF-7ED75DE4F210}" dt="2024-11-26T10:27:44.320" v="0" actId="47"/>
        <pc:sldMkLst>
          <pc:docMk/>
          <pc:sldMk cId="1901443511" sldId="295"/>
        </pc:sldMkLst>
      </pc:sldChg>
      <pc:sldChg chg="del">
        <pc:chgData name="Maria Susan Centino" userId="3215a2b3-a11d-4e0f-97b4-3b05579c3f4d" providerId="ADAL" clId="{27B30CB4-B094-430D-B4CF-7ED75DE4F210}" dt="2024-11-26T10:27:44.320" v="0" actId="47"/>
        <pc:sldMkLst>
          <pc:docMk/>
          <pc:sldMk cId="2313205716" sldId="296"/>
        </pc:sldMkLst>
      </pc:sldChg>
      <pc:sldChg chg="del">
        <pc:chgData name="Maria Susan Centino" userId="3215a2b3-a11d-4e0f-97b4-3b05579c3f4d" providerId="ADAL" clId="{27B30CB4-B094-430D-B4CF-7ED75DE4F210}" dt="2024-11-26T10:27:44.320" v="0" actId="47"/>
        <pc:sldMkLst>
          <pc:docMk/>
          <pc:sldMk cId="1330066552" sldId="297"/>
        </pc:sldMkLst>
      </pc:sldChg>
      <pc:sldChg chg="del">
        <pc:chgData name="Maria Susan Centino" userId="3215a2b3-a11d-4e0f-97b4-3b05579c3f4d" providerId="ADAL" clId="{27B30CB4-B094-430D-B4CF-7ED75DE4F210}" dt="2024-11-26T10:27:44.320" v="0" actId="47"/>
        <pc:sldMkLst>
          <pc:docMk/>
          <pc:sldMk cId="2043761473" sldId="298"/>
        </pc:sldMkLst>
      </pc:sldChg>
      <pc:sldChg chg="del">
        <pc:chgData name="Maria Susan Centino" userId="3215a2b3-a11d-4e0f-97b4-3b05579c3f4d" providerId="ADAL" clId="{27B30CB4-B094-430D-B4CF-7ED75DE4F210}" dt="2024-11-26T10:27:44.320" v="0" actId="47"/>
        <pc:sldMkLst>
          <pc:docMk/>
          <pc:sldMk cId="3591583927" sldId="299"/>
        </pc:sldMkLst>
      </pc:sldChg>
      <pc:sldChg chg="del">
        <pc:chgData name="Maria Susan Centino" userId="3215a2b3-a11d-4e0f-97b4-3b05579c3f4d" providerId="ADAL" clId="{27B30CB4-B094-430D-B4CF-7ED75DE4F210}" dt="2024-11-26T10:27:44.320" v="0" actId="47"/>
        <pc:sldMkLst>
          <pc:docMk/>
          <pc:sldMk cId="3311771687" sldId="300"/>
        </pc:sldMkLst>
      </pc:sldChg>
      <pc:sldChg chg="del">
        <pc:chgData name="Maria Susan Centino" userId="3215a2b3-a11d-4e0f-97b4-3b05579c3f4d" providerId="ADAL" clId="{27B30CB4-B094-430D-B4CF-7ED75DE4F210}" dt="2024-11-26T10:27:44.320" v="0" actId="47"/>
        <pc:sldMkLst>
          <pc:docMk/>
          <pc:sldMk cId="2872637828" sldId="301"/>
        </pc:sldMkLst>
      </pc:sldChg>
      <pc:sldChg chg="del">
        <pc:chgData name="Maria Susan Centino" userId="3215a2b3-a11d-4e0f-97b4-3b05579c3f4d" providerId="ADAL" clId="{27B30CB4-B094-430D-B4CF-7ED75DE4F210}" dt="2024-11-26T10:27:44.320" v="0" actId="47"/>
        <pc:sldMkLst>
          <pc:docMk/>
          <pc:sldMk cId="1851426847" sldId="302"/>
        </pc:sldMkLst>
      </pc:sldChg>
      <pc:sldChg chg="del">
        <pc:chgData name="Maria Susan Centino" userId="3215a2b3-a11d-4e0f-97b4-3b05579c3f4d" providerId="ADAL" clId="{27B30CB4-B094-430D-B4CF-7ED75DE4F210}" dt="2024-11-26T10:27:44.320" v="0" actId="47"/>
        <pc:sldMkLst>
          <pc:docMk/>
          <pc:sldMk cId="1267244022" sldId="303"/>
        </pc:sldMkLst>
      </pc:sldChg>
      <pc:sldChg chg="del">
        <pc:chgData name="Maria Susan Centino" userId="3215a2b3-a11d-4e0f-97b4-3b05579c3f4d" providerId="ADAL" clId="{27B30CB4-B094-430D-B4CF-7ED75DE4F210}" dt="2024-11-26T10:27:44.320" v="0" actId="47"/>
        <pc:sldMkLst>
          <pc:docMk/>
          <pc:sldMk cId="375164282" sldId="304"/>
        </pc:sldMkLst>
      </pc:sldChg>
      <pc:sldChg chg="del">
        <pc:chgData name="Maria Susan Centino" userId="3215a2b3-a11d-4e0f-97b4-3b05579c3f4d" providerId="ADAL" clId="{27B30CB4-B094-430D-B4CF-7ED75DE4F210}" dt="2024-11-26T10:27:44.320" v="0" actId="47"/>
        <pc:sldMkLst>
          <pc:docMk/>
          <pc:sldMk cId="2240684677" sldId="305"/>
        </pc:sldMkLst>
      </pc:sldChg>
      <pc:sldChg chg="del">
        <pc:chgData name="Maria Susan Centino" userId="3215a2b3-a11d-4e0f-97b4-3b05579c3f4d" providerId="ADAL" clId="{27B30CB4-B094-430D-B4CF-7ED75DE4F210}" dt="2024-11-26T10:27:44.320" v="0" actId="47"/>
        <pc:sldMkLst>
          <pc:docMk/>
          <pc:sldMk cId="2311020234" sldId="306"/>
        </pc:sldMkLst>
      </pc:sldChg>
      <pc:sldChg chg="del">
        <pc:chgData name="Maria Susan Centino" userId="3215a2b3-a11d-4e0f-97b4-3b05579c3f4d" providerId="ADAL" clId="{27B30CB4-B094-430D-B4CF-7ED75DE4F210}" dt="2024-11-26T10:27:44.320" v="0" actId="47"/>
        <pc:sldMkLst>
          <pc:docMk/>
          <pc:sldMk cId="1463785382" sldId="307"/>
        </pc:sldMkLst>
      </pc:sldChg>
      <pc:sldChg chg="del">
        <pc:chgData name="Maria Susan Centino" userId="3215a2b3-a11d-4e0f-97b4-3b05579c3f4d" providerId="ADAL" clId="{27B30CB4-B094-430D-B4CF-7ED75DE4F210}" dt="2024-11-26T10:27:44.320" v="0" actId="47"/>
        <pc:sldMkLst>
          <pc:docMk/>
          <pc:sldMk cId="1253464495" sldId="308"/>
        </pc:sldMkLst>
      </pc:sldChg>
      <pc:sldChg chg="del">
        <pc:chgData name="Maria Susan Centino" userId="3215a2b3-a11d-4e0f-97b4-3b05579c3f4d" providerId="ADAL" clId="{27B30CB4-B094-430D-B4CF-7ED75DE4F210}" dt="2024-11-26T10:27:44.320" v="0" actId="47"/>
        <pc:sldMkLst>
          <pc:docMk/>
          <pc:sldMk cId="2063755991" sldId="309"/>
        </pc:sldMkLst>
      </pc:sldChg>
      <pc:sldChg chg="del">
        <pc:chgData name="Maria Susan Centino" userId="3215a2b3-a11d-4e0f-97b4-3b05579c3f4d" providerId="ADAL" clId="{27B30CB4-B094-430D-B4CF-7ED75DE4F210}" dt="2024-11-26T10:27:44.320" v="0" actId="47"/>
        <pc:sldMkLst>
          <pc:docMk/>
          <pc:sldMk cId="2592295778" sldId="310"/>
        </pc:sldMkLst>
      </pc:sldChg>
      <pc:sldChg chg="del">
        <pc:chgData name="Maria Susan Centino" userId="3215a2b3-a11d-4e0f-97b4-3b05579c3f4d" providerId="ADAL" clId="{27B30CB4-B094-430D-B4CF-7ED75DE4F210}" dt="2024-11-26T10:27:44.320" v="0" actId="47"/>
        <pc:sldMkLst>
          <pc:docMk/>
          <pc:sldMk cId="3290944984" sldId="311"/>
        </pc:sldMkLst>
      </pc:sldChg>
      <pc:sldChg chg="del">
        <pc:chgData name="Maria Susan Centino" userId="3215a2b3-a11d-4e0f-97b4-3b05579c3f4d" providerId="ADAL" clId="{27B30CB4-B094-430D-B4CF-7ED75DE4F210}" dt="2024-11-26T10:27:44.320" v="0" actId="47"/>
        <pc:sldMkLst>
          <pc:docMk/>
          <pc:sldMk cId="2119292656" sldId="312"/>
        </pc:sldMkLst>
      </pc:sldChg>
      <pc:sldChg chg="del">
        <pc:chgData name="Maria Susan Centino" userId="3215a2b3-a11d-4e0f-97b4-3b05579c3f4d" providerId="ADAL" clId="{27B30CB4-B094-430D-B4CF-7ED75DE4F210}" dt="2024-11-26T10:27:44.320" v="0" actId="47"/>
        <pc:sldMkLst>
          <pc:docMk/>
          <pc:sldMk cId="2635334458" sldId="313"/>
        </pc:sldMkLst>
      </pc:sldChg>
      <pc:sldChg chg="del">
        <pc:chgData name="Maria Susan Centino" userId="3215a2b3-a11d-4e0f-97b4-3b05579c3f4d" providerId="ADAL" clId="{27B30CB4-B094-430D-B4CF-7ED75DE4F210}" dt="2024-11-26T10:27:44.320" v="0" actId="47"/>
        <pc:sldMkLst>
          <pc:docMk/>
          <pc:sldMk cId="2434217127" sldId="314"/>
        </pc:sldMkLst>
      </pc:sldChg>
      <pc:sldChg chg="del">
        <pc:chgData name="Maria Susan Centino" userId="3215a2b3-a11d-4e0f-97b4-3b05579c3f4d" providerId="ADAL" clId="{27B30CB4-B094-430D-B4CF-7ED75DE4F210}" dt="2024-11-26T10:27:44.320" v="0" actId="47"/>
        <pc:sldMkLst>
          <pc:docMk/>
          <pc:sldMk cId="2682785697" sldId="315"/>
        </pc:sldMkLst>
      </pc:sldChg>
      <pc:sldChg chg="del">
        <pc:chgData name="Maria Susan Centino" userId="3215a2b3-a11d-4e0f-97b4-3b05579c3f4d" providerId="ADAL" clId="{27B30CB4-B094-430D-B4CF-7ED75DE4F210}" dt="2024-11-26T10:27:44.320" v="0" actId="47"/>
        <pc:sldMkLst>
          <pc:docMk/>
          <pc:sldMk cId="1658417016" sldId="316"/>
        </pc:sldMkLst>
      </pc:sldChg>
      <pc:sldChg chg="del">
        <pc:chgData name="Maria Susan Centino" userId="3215a2b3-a11d-4e0f-97b4-3b05579c3f4d" providerId="ADAL" clId="{27B30CB4-B094-430D-B4CF-7ED75DE4F210}" dt="2024-11-26T10:27:44.320" v="0" actId="47"/>
        <pc:sldMkLst>
          <pc:docMk/>
          <pc:sldMk cId="420306559" sldId="324"/>
        </pc:sldMkLst>
      </pc:sldChg>
      <pc:sldChg chg="del">
        <pc:chgData name="Maria Susan Centino" userId="3215a2b3-a11d-4e0f-97b4-3b05579c3f4d" providerId="ADAL" clId="{27B30CB4-B094-430D-B4CF-7ED75DE4F210}" dt="2024-11-26T10:27:44.320" v="0" actId="47"/>
        <pc:sldMkLst>
          <pc:docMk/>
          <pc:sldMk cId="739129301" sldId="325"/>
        </pc:sldMkLst>
      </pc:sldChg>
      <pc:sldChg chg="del">
        <pc:chgData name="Maria Susan Centino" userId="3215a2b3-a11d-4e0f-97b4-3b05579c3f4d" providerId="ADAL" clId="{27B30CB4-B094-430D-B4CF-7ED75DE4F210}" dt="2024-11-26T10:27:44.320" v="0" actId="47"/>
        <pc:sldMkLst>
          <pc:docMk/>
          <pc:sldMk cId="3341133763" sldId="326"/>
        </pc:sldMkLst>
      </pc:sldChg>
      <pc:sldChg chg="add">
        <pc:chgData name="Maria Susan Centino" userId="3215a2b3-a11d-4e0f-97b4-3b05579c3f4d" providerId="ADAL" clId="{27B30CB4-B094-430D-B4CF-7ED75DE4F210}" dt="2024-11-26T10:28:18.065" v="3"/>
        <pc:sldMkLst>
          <pc:docMk/>
          <pc:sldMk cId="521808335" sldId="333"/>
        </pc:sldMkLst>
      </pc:sldChg>
      <pc:sldChg chg="del">
        <pc:chgData name="Maria Susan Centino" userId="3215a2b3-a11d-4e0f-97b4-3b05579c3f4d" providerId="ADAL" clId="{27B30CB4-B094-430D-B4CF-7ED75DE4F210}" dt="2024-11-26T10:27:59.774" v="1" actId="2696"/>
        <pc:sldMkLst>
          <pc:docMk/>
          <pc:sldMk cId="2090519257" sldId="333"/>
        </pc:sldMkLst>
      </pc:sldChg>
      <pc:sldChg chg="del">
        <pc:chgData name="Maria Susan Centino" userId="3215a2b3-a11d-4e0f-97b4-3b05579c3f4d" providerId="ADAL" clId="{27B30CB4-B094-430D-B4CF-7ED75DE4F210}" dt="2024-11-26T10:27:59.774" v="1" actId="2696"/>
        <pc:sldMkLst>
          <pc:docMk/>
          <pc:sldMk cId="122987162" sldId="334"/>
        </pc:sldMkLst>
      </pc:sldChg>
      <pc:sldChg chg="add">
        <pc:chgData name="Maria Susan Centino" userId="3215a2b3-a11d-4e0f-97b4-3b05579c3f4d" providerId="ADAL" clId="{27B30CB4-B094-430D-B4CF-7ED75DE4F210}" dt="2024-11-26T10:28:18.065" v="3"/>
        <pc:sldMkLst>
          <pc:docMk/>
          <pc:sldMk cId="131195565" sldId="334"/>
        </pc:sldMkLst>
      </pc:sldChg>
      <pc:sldChg chg="del">
        <pc:chgData name="Maria Susan Centino" userId="3215a2b3-a11d-4e0f-97b4-3b05579c3f4d" providerId="ADAL" clId="{27B30CB4-B094-430D-B4CF-7ED75DE4F210}" dt="2024-11-26T10:27:59.774" v="1" actId="2696"/>
        <pc:sldMkLst>
          <pc:docMk/>
          <pc:sldMk cId="1335889577" sldId="335"/>
        </pc:sldMkLst>
      </pc:sldChg>
      <pc:sldChg chg="add">
        <pc:chgData name="Maria Susan Centino" userId="3215a2b3-a11d-4e0f-97b4-3b05579c3f4d" providerId="ADAL" clId="{27B30CB4-B094-430D-B4CF-7ED75DE4F210}" dt="2024-11-26T10:28:18.065" v="3"/>
        <pc:sldMkLst>
          <pc:docMk/>
          <pc:sldMk cId="3636135879" sldId="335"/>
        </pc:sldMkLst>
      </pc:sldChg>
      <pc:sldChg chg="del">
        <pc:chgData name="Maria Susan Centino" userId="3215a2b3-a11d-4e0f-97b4-3b05579c3f4d" providerId="ADAL" clId="{27B30CB4-B094-430D-B4CF-7ED75DE4F210}" dt="2024-11-26T10:27:59.774" v="1" actId="2696"/>
        <pc:sldMkLst>
          <pc:docMk/>
          <pc:sldMk cId="728982345" sldId="336"/>
        </pc:sldMkLst>
      </pc:sldChg>
      <pc:sldChg chg="add">
        <pc:chgData name="Maria Susan Centino" userId="3215a2b3-a11d-4e0f-97b4-3b05579c3f4d" providerId="ADAL" clId="{27B30CB4-B094-430D-B4CF-7ED75DE4F210}" dt="2024-11-26T10:28:18.065" v="3"/>
        <pc:sldMkLst>
          <pc:docMk/>
          <pc:sldMk cId="3710772807" sldId="336"/>
        </pc:sldMkLst>
      </pc:sldChg>
      <pc:sldChg chg="modSp mod">
        <pc:chgData name="Maria Susan Centino" userId="3215a2b3-a11d-4e0f-97b4-3b05579c3f4d" providerId="ADAL" clId="{27B30CB4-B094-430D-B4CF-7ED75DE4F210}" dt="2024-11-26T10:28:34.777" v="4" actId="1076"/>
        <pc:sldMkLst>
          <pc:docMk/>
          <pc:sldMk cId="3965313452" sldId="337"/>
        </pc:sldMkLst>
      </pc:sldChg>
      <pc:sldChg chg="del">
        <pc:chgData name="Maria Susan Centino" userId="3215a2b3-a11d-4e0f-97b4-3b05579c3f4d" providerId="ADAL" clId="{27B30CB4-B094-430D-B4CF-7ED75DE4F210}" dt="2024-11-26T10:28:12.761" v="2" actId="47"/>
        <pc:sldMkLst>
          <pc:docMk/>
          <pc:sldMk cId="3450704019" sldId="339"/>
        </pc:sldMkLst>
      </pc:sldChg>
    </pc:docChg>
  </pc:docChgLst>
  <pc:docChgLst>
    <pc:chgData name="Maria Susan Centino" userId="3215a2b3-a11d-4e0f-97b4-3b05579c3f4d" providerId="ADAL" clId="{98A9893C-2B79-43E6-B102-2DDA2DD5D2E0}"/>
    <pc:docChg chg="undo custSel modSld">
      <pc:chgData name="Maria Susan Centino" userId="3215a2b3-a11d-4e0f-97b4-3b05579c3f4d" providerId="ADAL" clId="{98A9893C-2B79-43E6-B102-2DDA2DD5D2E0}" dt="2025-10-08T08:52:34.462" v="10" actId="1076"/>
      <pc:docMkLst>
        <pc:docMk/>
      </pc:docMkLst>
      <pc:sldChg chg="addSp modSp mod modAnim">
        <pc:chgData name="Maria Susan Centino" userId="3215a2b3-a11d-4e0f-97b4-3b05579c3f4d" providerId="ADAL" clId="{98A9893C-2B79-43E6-B102-2DDA2DD5D2E0}" dt="2025-10-08T08:38:45.834" v="6" actId="1076"/>
        <pc:sldMkLst>
          <pc:docMk/>
          <pc:sldMk cId="3082717215" sldId="285"/>
        </pc:sldMkLst>
        <pc:graphicFrameChg chg="mod modGraphic">
          <ac:chgData name="Maria Susan Centino" userId="3215a2b3-a11d-4e0f-97b4-3b05579c3f4d" providerId="ADAL" clId="{98A9893C-2B79-43E6-B102-2DDA2DD5D2E0}" dt="2025-10-08T08:23:21.796" v="3" actId="1076"/>
          <ac:graphicFrameMkLst>
            <pc:docMk/>
            <pc:sldMk cId="3082717215" sldId="285"/>
            <ac:graphicFrameMk id="6" creationId="{380CF3D0-13AE-5973-7399-8C6DD8FACB14}"/>
          </ac:graphicFrameMkLst>
        </pc:graphicFrameChg>
        <pc:picChg chg="add mod">
          <ac:chgData name="Maria Susan Centino" userId="3215a2b3-a11d-4e0f-97b4-3b05579c3f4d" providerId="ADAL" clId="{98A9893C-2B79-43E6-B102-2DDA2DD5D2E0}" dt="2025-10-08T08:38:45.834" v="6" actId="1076"/>
          <ac:picMkLst>
            <pc:docMk/>
            <pc:sldMk cId="3082717215" sldId="285"/>
            <ac:picMk id="3" creationId="{7873191D-5AE4-0240-BF9E-51C9A333D7E6}"/>
          </ac:picMkLst>
        </pc:picChg>
        <pc:picChg chg="add mod">
          <ac:chgData name="Maria Susan Centino" userId="3215a2b3-a11d-4e0f-97b4-3b05579c3f4d" providerId="ADAL" clId="{98A9893C-2B79-43E6-B102-2DDA2DD5D2E0}" dt="2025-10-08T08:38:37.343" v="5"/>
          <ac:picMkLst>
            <pc:docMk/>
            <pc:sldMk cId="3082717215" sldId="285"/>
            <ac:picMk id="4" creationId="{910D14B2-4F8C-A036-D869-D939863C0D5F}"/>
          </ac:picMkLst>
        </pc:picChg>
      </pc:sldChg>
      <pc:sldChg chg="addSp modSp mod modAnim">
        <pc:chgData name="Maria Susan Centino" userId="3215a2b3-a11d-4e0f-97b4-3b05579c3f4d" providerId="ADAL" clId="{98A9893C-2B79-43E6-B102-2DDA2DD5D2E0}" dt="2025-10-08T08:52:34.462" v="10" actId="1076"/>
        <pc:sldMkLst>
          <pc:docMk/>
          <pc:sldMk cId="1894305543" sldId="287"/>
        </pc:sldMkLst>
        <pc:picChg chg="add mod">
          <ac:chgData name="Maria Susan Centino" userId="3215a2b3-a11d-4e0f-97b4-3b05579c3f4d" providerId="ADAL" clId="{98A9893C-2B79-43E6-B102-2DDA2DD5D2E0}" dt="2025-10-08T08:50:35.493" v="8" actId="1076"/>
          <ac:picMkLst>
            <pc:docMk/>
            <pc:sldMk cId="1894305543" sldId="287"/>
            <ac:picMk id="3" creationId="{D9D473DC-EB67-DA2A-C78F-50EF0A24CF1D}"/>
          </ac:picMkLst>
        </pc:picChg>
        <pc:picChg chg="add mod">
          <ac:chgData name="Maria Susan Centino" userId="3215a2b3-a11d-4e0f-97b4-3b05579c3f4d" providerId="ADAL" clId="{98A9893C-2B79-43E6-B102-2DDA2DD5D2E0}" dt="2025-10-08T08:52:34.462" v="10" actId="1076"/>
          <ac:picMkLst>
            <pc:docMk/>
            <pc:sldMk cId="1894305543" sldId="287"/>
            <ac:picMk id="7" creationId="{3F9C9CBA-7A1E-29E4-5073-D4A51987FC38}"/>
          </ac:picMkLst>
        </pc:picChg>
      </pc:sldChg>
      <pc:sldChg chg="addSp modSp modAnim">
        <pc:chgData name="Maria Susan Centino" userId="3215a2b3-a11d-4e0f-97b4-3b05579c3f4d" providerId="ADAL" clId="{98A9893C-2B79-43E6-B102-2DDA2DD5D2E0}" dt="2025-10-08T08:20:54.057" v="0"/>
        <pc:sldMkLst>
          <pc:docMk/>
          <pc:sldMk cId="1195591505" sldId="327"/>
        </pc:sldMkLst>
        <pc:picChg chg="add mod">
          <ac:chgData name="Maria Susan Centino" userId="3215a2b3-a11d-4e0f-97b4-3b05579c3f4d" providerId="ADAL" clId="{98A9893C-2B79-43E6-B102-2DDA2DD5D2E0}" dt="2025-10-08T08:20:54.057" v="0"/>
          <ac:picMkLst>
            <pc:docMk/>
            <pc:sldMk cId="1195591505" sldId="327"/>
            <ac:picMk id="6" creationId="{5EEBC0BC-2C3A-E1C6-8A35-A7E5DCA894EE}"/>
          </ac:picMkLst>
        </pc:pic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10" Type="http://schemas.openxmlformats.org/officeDocument/2006/relationships/image" Target="../media/image36.svg"/><Relationship Id="rId4" Type="http://schemas.openxmlformats.org/officeDocument/2006/relationships/image" Target="../media/image30.svg"/><Relationship Id="rId9" Type="http://schemas.openxmlformats.org/officeDocument/2006/relationships/image" Target="../media/image35.png"/></Relationships>
</file>

<file path=ppt/diagrams/_rels/drawing1.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10" Type="http://schemas.openxmlformats.org/officeDocument/2006/relationships/image" Target="../media/image36.svg"/><Relationship Id="rId4" Type="http://schemas.openxmlformats.org/officeDocument/2006/relationships/image" Target="../media/image30.svg"/><Relationship Id="rId9" Type="http://schemas.openxmlformats.org/officeDocument/2006/relationships/image" Target="../media/image35.pn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99E26CB-7491-4CFC-974B-A3DA6BFDD6E3}"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B983E328-FAC3-47F9-81EA-543AC5BECC41}">
      <dgm:prSet/>
      <dgm:spPr/>
      <dgm:t>
        <a:bodyPr/>
        <a:lstStyle/>
        <a:p>
          <a:pPr>
            <a:lnSpc>
              <a:spcPct val="100000"/>
            </a:lnSpc>
          </a:pPr>
          <a:r>
            <a:rPr lang="en-US">
              <a:solidFill>
                <a:srgbClr val="00B050"/>
              </a:solidFill>
              <a:latin typeface="Rockwell"/>
            </a:rPr>
            <a:t>Good blood,</a:t>
          </a:r>
          <a:r>
            <a:rPr lang="en-US">
              <a:latin typeface="Rockwell"/>
            </a:rPr>
            <a:t> </a:t>
          </a:r>
          <a:r>
            <a:rPr lang="en-US">
              <a:solidFill>
                <a:srgbClr val="FF0000"/>
              </a:solidFill>
              <a:latin typeface="Rockwell"/>
            </a:rPr>
            <a:t>bad blood </a:t>
          </a:r>
        </a:p>
      </dgm:t>
    </dgm:pt>
    <dgm:pt modelId="{D65EC8EC-418D-4073-BD8D-0BE82EDC838C}" type="parTrans" cxnId="{DE40BC71-9BCA-42B9-87AE-4D584BF19CBC}">
      <dgm:prSet/>
      <dgm:spPr/>
      <dgm:t>
        <a:bodyPr/>
        <a:lstStyle/>
        <a:p>
          <a:endParaRPr lang="en-US"/>
        </a:p>
      </dgm:t>
    </dgm:pt>
    <dgm:pt modelId="{B0C9024C-CC4F-4DF8-BD61-EBC4FDC7D02B}" type="sibTrans" cxnId="{DE40BC71-9BCA-42B9-87AE-4D584BF19CBC}">
      <dgm:prSet/>
      <dgm:spPr/>
      <dgm:t>
        <a:bodyPr/>
        <a:lstStyle/>
        <a:p>
          <a:endParaRPr lang="en-US"/>
        </a:p>
      </dgm:t>
    </dgm:pt>
    <dgm:pt modelId="{06B8005C-5326-4D7E-B847-1226131D9FD8}">
      <dgm:prSet/>
      <dgm:spPr/>
      <dgm:t>
        <a:bodyPr/>
        <a:lstStyle/>
        <a:p>
          <a:pPr>
            <a:lnSpc>
              <a:spcPct val="100000"/>
            </a:lnSpc>
          </a:pPr>
          <a:r>
            <a:rPr lang="en-US">
              <a:solidFill>
                <a:srgbClr val="E32BA0"/>
              </a:solidFill>
              <a:latin typeface="Rockwell"/>
            </a:rPr>
            <a:t>Bad blood</a:t>
          </a:r>
          <a:r>
            <a:rPr lang="en-US">
              <a:solidFill>
                <a:srgbClr val="FF0000"/>
              </a:solidFill>
              <a:latin typeface="Rockwell"/>
            </a:rPr>
            <a:t>, </a:t>
          </a:r>
          <a:r>
            <a:rPr lang="en-US">
              <a:solidFill>
                <a:srgbClr val="000000"/>
              </a:solidFill>
              <a:latin typeface="Rockwell"/>
            </a:rPr>
            <a:t>blood </a:t>
          </a:r>
          <a:r>
            <a:rPr lang="en-US" err="1">
              <a:solidFill>
                <a:srgbClr val="000000"/>
              </a:solidFill>
              <a:latin typeface="Rockwell"/>
            </a:rPr>
            <a:t>blood</a:t>
          </a:r>
          <a:r>
            <a:rPr lang="en-US">
              <a:solidFill>
                <a:srgbClr val="FF0000"/>
              </a:solidFill>
              <a:latin typeface="Rockwell"/>
            </a:rPr>
            <a:t> </a:t>
          </a:r>
        </a:p>
      </dgm:t>
    </dgm:pt>
    <dgm:pt modelId="{81B8EC2C-9B32-4B26-A0C1-3B3FF7DDB1B9}" type="parTrans" cxnId="{E05D0BDA-C97A-41F5-AD3B-71EDFF6B8889}">
      <dgm:prSet/>
      <dgm:spPr/>
      <dgm:t>
        <a:bodyPr/>
        <a:lstStyle/>
        <a:p>
          <a:endParaRPr lang="en-US"/>
        </a:p>
      </dgm:t>
    </dgm:pt>
    <dgm:pt modelId="{E4BA77E8-11EA-45E9-93C3-F55B3AF080BE}" type="sibTrans" cxnId="{E05D0BDA-C97A-41F5-AD3B-71EDFF6B8889}">
      <dgm:prSet/>
      <dgm:spPr/>
      <dgm:t>
        <a:bodyPr/>
        <a:lstStyle/>
        <a:p>
          <a:endParaRPr lang="en-US"/>
        </a:p>
      </dgm:t>
    </dgm:pt>
    <dgm:pt modelId="{7F31E547-33CA-4EEE-8387-335EF33929AB}">
      <dgm:prSet/>
      <dgm:spPr/>
      <dgm:t>
        <a:bodyPr/>
        <a:lstStyle/>
        <a:p>
          <a:pPr>
            <a:lnSpc>
              <a:spcPct val="100000"/>
            </a:lnSpc>
          </a:pPr>
          <a:r>
            <a:rPr lang="en-US">
              <a:solidFill>
                <a:srgbClr val="FF0000"/>
              </a:solidFill>
              <a:latin typeface="Rockwell"/>
            </a:rPr>
            <a:t>Red leather,</a:t>
          </a:r>
          <a:r>
            <a:rPr lang="en-US">
              <a:latin typeface="Rockwell"/>
            </a:rPr>
            <a:t> </a:t>
          </a:r>
          <a:r>
            <a:rPr lang="en-US">
              <a:solidFill>
                <a:srgbClr val="FFFF00"/>
              </a:solidFill>
              <a:latin typeface="Rockwell"/>
            </a:rPr>
            <a:t>yellow leather</a:t>
          </a:r>
          <a:r>
            <a:rPr lang="en-US">
              <a:latin typeface="Rockwell"/>
            </a:rPr>
            <a:t> </a:t>
          </a:r>
        </a:p>
      </dgm:t>
    </dgm:pt>
    <dgm:pt modelId="{012988FF-3010-4086-BCC1-2C1DAAA1CF47}" type="parTrans" cxnId="{C6C158ED-7A56-4F46-8AF0-3CF311E3DE8C}">
      <dgm:prSet/>
      <dgm:spPr/>
      <dgm:t>
        <a:bodyPr/>
        <a:lstStyle/>
        <a:p>
          <a:endParaRPr lang="en-US"/>
        </a:p>
      </dgm:t>
    </dgm:pt>
    <dgm:pt modelId="{7A836879-AA31-4088-A79C-131E90447121}" type="sibTrans" cxnId="{C6C158ED-7A56-4F46-8AF0-3CF311E3DE8C}">
      <dgm:prSet/>
      <dgm:spPr/>
      <dgm:t>
        <a:bodyPr/>
        <a:lstStyle/>
        <a:p>
          <a:endParaRPr lang="en-US"/>
        </a:p>
      </dgm:t>
    </dgm:pt>
    <dgm:pt modelId="{C69A7F81-EBC7-4F5C-853E-9085B5D9C1F8}">
      <dgm:prSet/>
      <dgm:spPr/>
      <dgm:t>
        <a:bodyPr/>
        <a:lstStyle/>
        <a:p>
          <a:pPr>
            <a:lnSpc>
              <a:spcPct val="100000"/>
            </a:lnSpc>
          </a:pPr>
          <a:r>
            <a:rPr lang="en-US">
              <a:solidFill>
                <a:srgbClr val="7030A0"/>
              </a:solidFill>
              <a:latin typeface="Rockwell"/>
            </a:rPr>
            <a:t>Buttah, </a:t>
          </a:r>
          <a:r>
            <a:rPr lang="en-US" err="1">
              <a:solidFill>
                <a:srgbClr val="92D050"/>
              </a:solidFill>
              <a:latin typeface="Rockwell"/>
            </a:rPr>
            <a:t>Guttah</a:t>
          </a:r>
          <a:r>
            <a:rPr lang="en-US">
              <a:solidFill>
                <a:srgbClr val="7030A0"/>
              </a:solidFill>
              <a:latin typeface="Rockwell"/>
            </a:rPr>
            <a:t>, </a:t>
          </a:r>
          <a:r>
            <a:rPr lang="en-US" err="1">
              <a:solidFill>
                <a:srgbClr val="7030A0"/>
              </a:solidFill>
              <a:latin typeface="Rockwell"/>
            </a:rPr>
            <a:t>Guttah</a:t>
          </a:r>
          <a:r>
            <a:rPr lang="en-US">
              <a:solidFill>
                <a:srgbClr val="7030A0"/>
              </a:solidFill>
              <a:latin typeface="Rockwell"/>
            </a:rPr>
            <a:t>, </a:t>
          </a:r>
          <a:r>
            <a:rPr lang="en-US">
              <a:solidFill>
                <a:srgbClr val="63384F"/>
              </a:solidFill>
              <a:latin typeface="Rockwell"/>
            </a:rPr>
            <a:t>Buttah </a:t>
          </a:r>
        </a:p>
      </dgm:t>
    </dgm:pt>
    <dgm:pt modelId="{F9EE8231-FA4E-4E86-826E-1F7B8F8DC13A}" type="parTrans" cxnId="{8DEEE3E9-5F57-4011-898F-7275D5CC162A}">
      <dgm:prSet/>
      <dgm:spPr/>
      <dgm:t>
        <a:bodyPr/>
        <a:lstStyle/>
        <a:p>
          <a:endParaRPr lang="en-US"/>
        </a:p>
      </dgm:t>
    </dgm:pt>
    <dgm:pt modelId="{95DB3F18-03B2-4B50-B638-3715731BDC34}" type="sibTrans" cxnId="{8DEEE3E9-5F57-4011-898F-7275D5CC162A}">
      <dgm:prSet/>
      <dgm:spPr/>
      <dgm:t>
        <a:bodyPr/>
        <a:lstStyle/>
        <a:p>
          <a:endParaRPr lang="en-US"/>
        </a:p>
      </dgm:t>
    </dgm:pt>
    <dgm:pt modelId="{99C720C2-84C1-478E-BACD-85A242C776CE}">
      <dgm:prSet/>
      <dgm:spPr/>
      <dgm:t>
        <a:bodyPr/>
        <a:lstStyle/>
        <a:p>
          <a:pPr>
            <a:lnSpc>
              <a:spcPct val="100000"/>
            </a:lnSpc>
          </a:pPr>
          <a:r>
            <a:rPr lang="en-US">
              <a:solidFill>
                <a:srgbClr val="FFC000"/>
              </a:solidFill>
              <a:latin typeface="Rockwell"/>
            </a:rPr>
            <a:t>The leaf police dismisses us. </a:t>
          </a:r>
        </a:p>
      </dgm:t>
    </dgm:pt>
    <dgm:pt modelId="{8BDD1416-3D2B-40D5-9E0E-A88D5CE5B28E}" type="parTrans" cxnId="{649128F6-714F-4461-B89C-B37D151E745B}">
      <dgm:prSet/>
      <dgm:spPr/>
      <dgm:t>
        <a:bodyPr/>
        <a:lstStyle/>
        <a:p>
          <a:endParaRPr lang="en-US"/>
        </a:p>
      </dgm:t>
    </dgm:pt>
    <dgm:pt modelId="{526FBB16-125E-46C0-BD80-CB9B036E2C79}" type="sibTrans" cxnId="{649128F6-714F-4461-B89C-B37D151E745B}">
      <dgm:prSet/>
      <dgm:spPr/>
      <dgm:t>
        <a:bodyPr/>
        <a:lstStyle/>
        <a:p>
          <a:endParaRPr lang="en-US"/>
        </a:p>
      </dgm:t>
    </dgm:pt>
    <dgm:pt modelId="{B8AADE06-672F-4855-9A08-307B2EE5C926}" type="pres">
      <dgm:prSet presAssocID="{E99E26CB-7491-4CFC-974B-A3DA6BFDD6E3}" presName="root" presStyleCnt="0">
        <dgm:presLayoutVars>
          <dgm:dir/>
          <dgm:resizeHandles val="exact"/>
        </dgm:presLayoutVars>
      </dgm:prSet>
      <dgm:spPr/>
    </dgm:pt>
    <dgm:pt modelId="{2EF1BA88-00D0-4B4D-B700-9D38382A7C02}" type="pres">
      <dgm:prSet presAssocID="{B983E328-FAC3-47F9-81EA-543AC5BECC41}" presName="compNode" presStyleCnt="0"/>
      <dgm:spPr/>
    </dgm:pt>
    <dgm:pt modelId="{64C6C409-490A-49F2-B323-AAE03C386C3E}" type="pres">
      <dgm:prSet presAssocID="{B983E328-FAC3-47F9-81EA-543AC5BECC41}" presName="bgRect" presStyleLbl="bgShp" presStyleIdx="0" presStyleCnt="5"/>
      <dgm:spPr/>
    </dgm:pt>
    <dgm:pt modelId="{9B6CCF52-3806-423E-8212-AE21F881E311}" type="pres">
      <dgm:prSet presAssocID="{B983E328-FAC3-47F9-81EA-543AC5BECC41}"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ngel Face Outline"/>
        </a:ext>
      </dgm:extLst>
    </dgm:pt>
    <dgm:pt modelId="{E3CCB322-21BB-4347-AA1F-6054A99F4535}" type="pres">
      <dgm:prSet presAssocID="{B983E328-FAC3-47F9-81EA-543AC5BECC41}" presName="spaceRect" presStyleCnt="0"/>
      <dgm:spPr/>
    </dgm:pt>
    <dgm:pt modelId="{5586B27C-CFCB-4900-AC35-551E1BE00EEF}" type="pres">
      <dgm:prSet presAssocID="{B983E328-FAC3-47F9-81EA-543AC5BECC41}" presName="parTx" presStyleLbl="revTx" presStyleIdx="0" presStyleCnt="5">
        <dgm:presLayoutVars>
          <dgm:chMax val="0"/>
          <dgm:chPref val="0"/>
        </dgm:presLayoutVars>
      </dgm:prSet>
      <dgm:spPr/>
    </dgm:pt>
    <dgm:pt modelId="{3F713CF9-5939-4318-AB45-1027A1E2BD82}" type="pres">
      <dgm:prSet presAssocID="{B0C9024C-CC4F-4DF8-BD61-EBC4FDC7D02B}" presName="sibTrans" presStyleCnt="0"/>
      <dgm:spPr/>
    </dgm:pt>
    <dgm:pt modelId="{98F6DFFC-0E35-4219-A3E5-C1272A33BBD8}" type="pres">
      <dgm:prSet presAssocID="{06B8005C-5326-4D7E-B847-1226131D9FD8}" presName="compNode" presStyleCnt="0"/>
      <dgm:spPr/>
    </dgm:pt>
    <dgm:pt modelId="{792DAF5F-0152-4179-ABE2-778C23792E67}" type="pres">
      <dgm:prSet presAssocID="{06B8005C-5326-4D7E-B847-1226131D9FD8}" presName="bgRect" presStyleLbl="bgShp" presStyleIdx="1" presStyleCnt="5"/>
      <dgm:spPr/>
    </dgm:pt>
    <dgm:pt modelId="{729A43BB-7E84-48FC-9CB2-F744BD032251}" type="pres">
      <dgm:prSet presAssocID="{06B8005C-5326-4D7E-B847-1226131D9FD8}"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IV"/>
        </a:ext>
      </dgm:extLst>
    </dgm:pt>
    <dgm:pt modelId="{86FDA120-27BC-4920-A23F-EE65660196AF}" type="pres">
      <dgm:prSet presAssocID="{06B8005C-5326-4D7E-B847-1226131D9FD8}" presName="spaceRect" presStyleCnt="0"/>
      <dgm:spPr/>
    </dgm:pt>
    <dgm:pt modelId="{0378189F-F263-4B18-B2E5-EBAF3A24C815}" type="pres">
      <dgm:prSet presAssocID="{06B8005C-5326-4D7E-B847-1226131D9FD8}" presName="parTx" presStyleLbl="revTx" presStyleIdx="1" presStyleCnt="5">
        <dgm:presLayoutVars>
          <dgm:chMax val="0"/>
          <dgm:chPref val="0"/>
        </dgm:presLayoutVars>
      </dgm:prSet>
      <dgm:spPr/>
    </dgm:pt>
    <dgm:pt modelId="{25894B47-FBE5-4E1A-B688-924092E86F79}" type="pres">
      <dgm:prSet presAssocID="{E4BA77E8-11EA-45E9-93C3-F55B3AF080BE}" presName="sibTrans" presStyleCnt="0"/>
      <dgm:spPr/>
    </dgm:pt>
    <dgm:pt modelId="{B1357473-250B-49D2-BCF2-15B3198EE2A0}" type="pres">
      <dgm:prSet presAssocID="{7F31E547-33CA-4EEE-8387-335EF33929AB}" presName="compNode" presStyleCnt="0"/>
      <dgm:spPr/>
    </dgm:pt>
    <dgm:pt modelId="{8545BA5D-EA29-4C35-994C-D1950092EC98}" type="pres">
      <dgm:prSet presAssocID="{7F31E547-33CA-4EEE-8387-335EF33929AB}" presName="bgRect" presStyleLbl="bgShp" presStyleIdx="2" presStyleCnt="5"/>
      <dgm:spPr/>
    </dgm:pt>
    <dgm:pt modelId="{F1DD869F-F0F0-42BC-9337-812A7853CE58}" type="pres">
      <dgm:prSet presAssocID="{7F31E547-33CA-4EEE-8387-335EF33929A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ie"/>
        </a:ext>
      </dgm:extLst>
    </dgm:pt>
    <dgm:pt modelId="{52973221-35DF-44E5-B783-7FD85A6DF024}" type="pres">
      <dgm:prSet presAssocID="{7F31E547-33CA-4EEE-8387-335EF33929AB}" presName="spaceRect" presStyleCnt="0"/>
      <dgm:spPr/>
    </dgm:pt>
    <dgm:pt modelId="{C17897BD-82EF-4D38-9521-D402B08DE623}" type="pres">
      <dgm:prSet presAssocID="{7F31E547-33CA-4EEE-8387-335EF33929AB}" presName="parTx" presStyleLbl="revTx" presStyleIdx="2" presStyleCnt="5">
        <dgm:presLayoutVars>
          <dgm:chMax val="0"/>
          <dgm:chPref val="0"/>
        </dgm:presLayoutVars>
      </dgm:prSet>
      <dgm:spPr/>
    </dgm:pt>
    <dgm:pt modelId="{8A8C1C33-B348-4BF5-925F-4716E1CFD907}" type="pres">
      <dgm:prSet presAssocID="{7A836879-AA31-4088-A79C-131E90447121}" presName="sibTrans" presStyleCnt="0"/>
      <dgm:spPr/>
    </dgm:pt>
    <dgm:pt modelId="{0DE87BCF-F8EB-47A0-A2E2-392EBE54A683}" type="pres">
      <dgm:prSet presAssocID="{C69A7F81-EBC7-4F5C-853E-9085B5D9C1F8}" presName="compNode" presStyleCnt="0"/>
      <dgm:spPr/>
    </dgm:pt>
    <dgm:pt modelId="{72888C1F-A321-4440-B1D1-1B74EF741D97}" type="pres">
      <dgm:prSet presAssocID="{C69A7F81-EBC7-4F5C-853E-9085B5D9C1F8}" presName="bgRect" presStyleLbl="bgShp" presStyleIdx="3" presStyleCnt="5"/>
      <dgm:spPr/>
    </dgm:pt>
    <dgm:pt modelId="{3C9577BB-64AA-420A-AB05-C30E4241C074}" type="pres">
      <dgm:prSet presAssocID="{C69A7F81-EBC7-4F5C-853E-9085B5D9C1F8}"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ubtitles"/>
        </a:ext>
      </dgm:extLst>
    </dgm:pt>
    <dgm:pt modelId="{9403E1FF-775D-446B-8CA4-027CF830154D}" type="pres">
      <dgm:prSet presAssocID="{C69A7F81-EBC7-4F5C-853E-9085B5D9C1F8}" presName="spaceRect" presStyleCnt="0"/>
      <dgm:spPr/>
    </dgm:pt>
    <dgm:pt modelId="{1D090FF6-8AD8-4C1E-B34B-B55103AA130F}" type="pres">
      <dgm:prSet presAssocID="{C69A7F81-EBC7-4F5C-853E-9085B5D9C1F8}" presName="parTx" presStyleLbl="revTx" presStyleIdx="3" presStyleCnt="5">
        <dgm:presLayoutVars>
          <dgm:chMax val="0"/>
          <dgm:chPref val="0"/>
        </dgm:presLayoutVars>
      </dgm:prSet>
      <dgm:spPr/>
    </dgm:pt>
    <dgm:pt modelId="{B452CDD3-4B4F-4DD4-8BAE-72EC8FFD4405}" type="pres">
      <dgm:prSet presAssocID="{95DB3F18-03B2-4B50-B638-3715731BDC34}" presName="sibTrans" presStyleCnt="0"/>
      <dgm:spPr/>
    </dgm:pt>
    <dgm:pt modelId="{E72B67EE-7537-4383-94BB-19A05818345C}" type="pres">
      <dgm:prSet presAssocID="{99C720C2-84C1-478E-BACD-85A242C776CE}" presName="compNode" presStyleCnt="0"/>
      <dgm:spPr/>
    </dgm:pt>
    <dgm:pt modelId="{75E5E79C-394D-41EF-9E1D-BB209855E548}" type="pres">
      <dgm:prSet presAssocID="{99C720C2-84C1-478E-BACD-85A242C776CE}" presName="bgRect" presStyleLbl="bgShp" presStyleIdx="4" presStyleCnt="5"/>
      <dgm:spPr/>
    </dgm:pt>
    <dgm:pt modelId="{4C6B8220-F0A8-41DA-9E61-38FFB0DD46D2}" type="pres">
      <dgm:prSet presAssocID="{99C720C2-84C1-478E-BACD-85A242C776CE}"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Leaf"/>
        </a:ext>
      </dgm:extLst>
    </dgm:pt>
    <dgm:pt modelId="{C871C349-01DE-4A81-9690-96BCFC172696}" type="pres">
      <dgm:prSet presAssocID="{99C720C2-84C1-478E-BACD-85A242C776CE}" presName="spaceRect" presStyleCnt="0"/>
      <dgm:spPr/>
    </dgm:pt>
    <dgm:pt modelId="{8DB62D59-6D4C-4771-8650-12BC5EF3551F}" type="pres">
      <dgm:prSet presAssocID="{99C720C2-84C1-478E-BACD-85A242C776CE}" presName="parTx" presStyleLbl="revTx" presStyleIdx="4" presStyleCnt="5">
        <dgm:presLayoutVars>
          <dgm:chMax val="0"/>
          <dgm:chPref val="0"/>
        </dgm:presLayoutVars>
      </dgm:prSet>
      <dgm:spPr/>
    </dgm:pt>
  </dgm:ptLst>
  <dgm:cxnLst>
    <dgm:cxn modelId="{9AF0DD0E-C0AC-4983-89FA-C8592B9D45D6}" type="presOf" srcId="{E99E26CB-7491-4CFC-974B-A3DA6BFDD6E3}" destId="{B8AADE06-672F-4855-9A08-307B2EE5C926}" srcOrd="0" destOrd="0" presId="urn:microsoft.com/office/officeart/2018/2/layout/IconVerticalSolidList"/>
    <dgm:cxn modelId="{806B3448-0742-47D9-B588-BC86E84067B7}" type="presOf" srcId="{06B8005C-5326-4D7E-B847-1226131D9FD8}" destId="{0378189F-F263-4B18-B2E5-EBAF3A24C815}" srcOrd="0" destOrd="0" presId="urn:microsoft.com/office/officeart/2018/2/layout/IconVerticalSolidList"/>
    <dgm:cxn modelId="{D375504A-5A25-48AA-AB2F-314E127ECB8A}" type="presOf" srcId="{C69A7F81-EBC7-4F5C-853E-9085B5D9C1F8}" destId="{1D090FF6-8AD8-4C1E-B34B-B55103AA130F}" srcOrd="0" destOrd="0" presId="urn:microsoft.com/office/officeart/2018/2/layout/IconVerticalSolidList"/>
    <dgm:cxn modelId="{AED5F36D-6CAE-4611-9634-AE7698623DC5}" type="presOf" srcId="{99C720C2-84C1-478E-BACD-85A242C776CE}" destId="{8DB62D59-6D4C-4771-8650-12BC5EF3551F}" srcOrd="0" destOrd="0" presId="urn:microsoft.com/office/officeart/2018/2/layout/IconVerticalSolidList"/>
    <dgm:cxn modelId="{DE40BC71-9BCA-42B9-87AE-4D584BF19CBC}" srcId="{E99E26CB-7491-4CFC-974B-A3DA6BFDD6E3}" destId="{B983E328-FAC3-47F9-81EA-543AC5BECC41}" srcOrd="0" destOrd="0" parTransId="{D65EC8EC-418D-4073-BD8D-0BE82EDC838C}" sibTransId="{B0C9024C-CC4F-4DF8-BD61-EBC4FDC7D02B}"/>
    <dgm:cxn modelId="{2533BA87-3284-4D15-A312-FC6C5FA78B2F}" type="presOf" srcId="{B983E328-FAC3-47F9-81EA-543AC5BECC41}" destId="{5586B27C-CFCB-4900-AC35-551E1BE00EEF}" srcOrd="0" destOrd="0" presId="urn:microsoft.com/office/officeart/2018/2/layout/IconVerticalSolidList"/>
    <dgm:cxn modelId="{712F439A-617F-4514-8F49-EFEBB73D92C8}" type="presOf" srcId="{7F31E547-33CA-4EEE-8387-335EF33929AB}" destId="{C17897BD-82EF-4D38-9521-D402B08DE623}" srcOrd="0" destOrd="0" presId="urn:microsoft.com/office/officeart/2018/2/layout/IconVerticalSolidList"/>
    <dgm:cxn modelId="{E05D0BDA-C97A-41F5-AD3B-71EDFF6B8889}" srcId="{E99E26CB-7491-4CFC-974B-A3DA6BFDD6E3}" destId="{06B8005C-5326-4D7E-B847-1226131D9FD8}" srcOrd="1" destOrd="0" parTransId="{81B8EC2C-9B32-4B26-A0C1-3B3FF7DDB1B9}" sibTransId="{E4BA77E8-11EA-45E9-93C3-F55B3AF080BE}"/>
    <dgm:cxn modelId="{8DEEE3E9-5F57-4011-898F-7275D5CC162A}" srcId="{E99E26CB-7491-4CFC-974B-A3DA6BFDD6E3}" destId="{C69A7F81-EBC7-4F5C-853E-9085B5D9C1F8}" srcOrd="3" destOrd="0" parTransId="{F9EE8231-FA4E-4E86-826E-1F7B8F8DC13A}" sibTransId="{95DB3F18-03B2-4B50-B638-3715731BDC34}"/>
    <dgm:cxn modelId="{C6C158ED-7A56-4F46-8AF0-3CF311E3DE8C}" srcId="{E99E26CB-7491-4CFC-974B-A3DA6BFDD6E3}" destId="{7F31E547-33CA-4EEE-8387-335EF33929AB}" srcOrd="2" destOrd="0" parTransId="{012988FF-3010-4086-BCC1-2C1DAAA1CF47}" sibTransId="{7A836879-AA31-4088-A79C-131E90447121}"/>
    <dgm:cxn modelId="{649128F6-714F-4461-B89C-B37D151E745B}" srcId="{E99E26CB-7491-4CFC-974B-A3DA6BFDD6E3}" destId="{99C720C2-84C1-478E-BACD-85A242C776CE}" srcOrd="4" destOrd="0" parTransId="{8BDD1416-3D2B-40D5-9E0E-A88D5CE5B28E}" sibTransId="{526FBB16-125E-46C0-BD80-CB9B036E2C79}"/>
    <dgm:cxn modelId="{EB416585-E8D3-4FC8-BBB9-C4D79EA5D114}" type="presParOf" srcId="{B8AADE06-672F-4855-9A08-307B2EE5C926}" destId="{2EF1BA88-00D0-4B4D-B700-9D38382A7C02}" srcOrd="0" destOrd="0" presId="urn:microsoft.com/office/officeart/2018/2/layout/IconVerticalSolidList"/>
    <dgm:cxn modelId="{553DF050-612C-47D9-B359-903A3DFA0E38}" type="presParOf" srcId="{2EF1BA88-00D0-4B4D-B700-9D38382A7C02}" destId="{64C6C409-490A-49F2-B323-AAE03C386C3E}" srcOrd="0" destOrd="0" presId="urn:microsoft.com/office/officeart/2018/2/layout/IconVerticalSolidList"/>
    <dgm:cxn modelId="{08E66C27-CC15-49B8-A127-6A7D4E7C89FB}" type="presParOf" srcId="{2EF1BA88-00D0-4B4D-B700-9D38382A7C02}" destId="{9B6CCF52-3806-423E-8212-AE21F881E311}" srcOrd="1" destOrd="0" presId="urn:microsoft.com/office/officeart/2018/2/layout/IconVerticalSolidList"/>
    <dgm:cxn modelId="{97C7B67B-D360-408C-8510-062F3266A352}" type="presParOf" srcId="{2EF1BA88-00D0-4B4D-B700-9D38382A7C02}" destId="{E3CCB322-21BB-4347-AA1F-6054A99F4535}" srcOrd="2" destOrd="0" presId="urn:microsoft.com/office/officeart/2018/2/layout/IconVerticalSolidList"/>
    <dgm:cxn modelId="{90BE1840-5655-4275-A4FD-3AE221AB719B}" type="presParOf" srcId="{2EF1BA88-00D0-4B4D-B700-9D38382A7C02}" destId="{5586B27C-CFCB-4900-AC35-551E1BE00EEF}" srcOrd="3" destOrd="0" presId="urn:microsoft.com/office/officeart/2018/2/layout/IconVerticalSolidList"/>
    <dgm:cxn modelId="{061145D4-EB4B-4356-9E7B-6410D352FF82}" type="presParOf" srcId="{B8AADE06-672F-4855-9A08-307B2EE5C926}" destId="{3F713CF9-5939-4318-AB45-1027A1E2BD82}" srcOrd="1" destOrd="0" presId="urn:microsoft.com/office/officeart/2018/2/layout/IconVerticalSolidList"/>
    <dgm:cxn modelId="{2CB6300D-01BC-4A01-A3AB-219417B8EABB}" type="presParOf" srcId="{B8AADE06-672F-4855-9A08-307B2EE5C926}" destId="{98F6DFFC-0E35-4219-A3E5-C1272A33BBD8}" srcOrd="2" destOrd="0" presId="urn:microsoft.com/office/officeart/2018/2/layout/IconVerticalSolidList"/>
    <dgm:cxn modelId="{87AC6F00-C0B4-40E6-94D2-B331BF394B89}" type="presParOf" srcId="{98F6DFFC-0E35-4219-A3E5-C1272A33BBD8}" destId="{792DAF5F-0152-4179-ABE2-778C23792E67}" srcOrd="0" destOrd="0" presId="urn:microsoft.com/office/officeart/2018/2/layout/IconVerticalSolidList"/>
    <dgm:cxn modelId="{05DE2A54-DCBC-4679-B3BC-2092F0031DED}" type="presParOf" srcId="{98F6DFFC-0E35-4219-A3E5-C1272A33BBD8}" destId="{729A43BB-7E84-48FC-9CB2-F744BD032251}" srcOrd="1" destOrd="0" presId="urn:microsoft.com/office/officeart/2018/2/layout/IconVerticalSolidList"/>
    <dgm:cxn modelId="{C0A7D8E2-7E23-44E5-A9CA-89065F280A2B}" type="presParOf" srcId="{98F6DFFC-0E35-4219-A3E5-C1272A33BBD8}" destId="{86FDA120-27BC-4920-A23F-EE65660196AF}" srcOrd="2" destOrd="0" presId="urn:microsoft.com/office/officeart/2018/2/layout/IconVerticalSolidList"/>
    <dgm:cxn modelId="{0BC10ABD-4E60-43B5-9835-0894A7BD7DCF}" type="presParOf" srcId="{98F6DFFC-0E35-4219-A3E5-C1272A33BBD8}" destId="{0378189F-F263-4B18-B2E5-EBAF3A24C815}" srcOrd="3" destOrd="0" presId="urn:microsoft.com/office/officeart/2018/2/layout/IconVerticalSolidList"/>
    <dgm:cxn modelId="{E71EBD5A-566E-4407-B803-4073F15F17D2}" type="presParOf" srcId="{B8AADE06-672F-4855-9A08-307B2EE5C926}" destId="{25894B47-FBE5-4E1A-B688-924092E86F79}" srcOrd="3" destOrd="0" presId="urn:microsoft.com/office/officeart/2018/2/layout/IconVerticalSolidList"/>
    <dgm:cxn modelId="{D60F79EB-2667-4F86-A69F-C12501B1E4FF}" type="presParOf" srcId="{B8AADE06-672F-4855-9A08-307B2EE5C926}" destId="{B1357473-250B-49D2-BCF2-15B3198EE2A0}" srcOrd="4" destOrd="0" presId="urn:microsoft.com/office/officeart/2018/2/layout/IconVerticalSolidList"/>
    <dgm:cxn modelId="{E78FCA84-ACD2-4BE9-982E-385E866898A6}" type="presParOf" srcId="{B1357473-250B-49D2-BCF2-15B3198EE2A0}" destId="{8545BA5D-EA29-4C35-994C-D1950092EC98}" srcOrd="0" destOrd="0" presId="urn:microsoft.com/office/officeart/2018/2/layout/IconVerticalSolidList"/>
    <dgm:cxn modelId="{A8684C30-AE22-4F31-B87F-83957F326D3C}" type="presParOf" srcId="{B1357473-250B-49D2-BCF2-15B3198EE2A0}" destId="{F1DD869F-F0F0-42BC-9337-812A7853CE58}" srcOrd="1" destOrd="0" presId="urn:microsoft.com/office/officeart/2018/2/layout/IconVerticalSolidList"/>
    <dgm:cxn modelId="{9D99930E-02CE-4601-B676-96610967DAF6}" type="presParOf" srcId="{B1357473-250B-49D2-BCF2-15B3198EE2A0}" destId="{52973221-35DF-44E5-B783-7FD85A6DF024}" srcOrd="2" destOrd="0" presId="urn:microsoft.com/office/officeart/2018/2/layout/IconVerticalSolidList"/>
    <dgm:cxn modelId="{F658EE24-2696-4249-88B5-C4C7E6D771C8}" type="presParOf" srcId="{B1357473-250B-49D2-BCF2-15B3198EE2A0}" destId="{C17897BD-82EF-4D38-9521-D402B08DE623}" srcOrd="3" destOrd="0" presId="urn:microsoft.com/office/officeart/2018/2/layout/IconVerticalSolidList"/>
    <dgm:cxn modelId="{33F60E0A-A3E3-4EA1-8BD0-1525F15CABFE}" type="presParOf" srcId="{B8AADE06-672F-4855-9A08-307B2EE5C926}" destId="{8A8C1C33-B348-4BF5-925F-4716E1CFD907}" srcOrd="5" destOrd="0" presId="urn:microsoft.com/office/officeart/2018/2/layout/IconVerticalSolidList"/>
    <dgm:cxn modelId="{F922C408-38EE-478A-8AAF-C2640FDE51D7}" type="presParOf" srcId="{B8AADE06-672F-4855-9A08-307B2EE5C926}" destId="{0DE87BCF-F8EB-47A0-A2E2-392EBE54A683}" srcOrd="6" destOrd="0" presId="urn:microsoft.com/office/officeart/2018/2/layout/IconVerticalSolidList"/>
    <dgm:cxn modelId="{291C6699-1D8A-4B18-A874-73DC6FC67C67}" type="presParOf" srcId="{0DE87BCF-F8EB-47A0-A2E2-392EBE54A683}" destId="{72888C1F-A321-4440-B1D1-1B74EF741D97}" srcOrd="0" destOrd="0" presId="urn:microsoft.com/office/officeart/2018/2/layout/IconVerticalSolidList"/>
    <dgm:cxn modelId="{E2C7DFF8-58A1-4E33-A20F-8F40AAED6B9D}" type="presParOf" srcId="{0DE87BCF-F8EB-47A0-A2E2-392EBE54A683}" destId="{3C9577BB-64AA-420A-AB05-C30E4241C074}" srcOrd="1" destOrd="0" presId="urn:microsoft.com/office/officeart/2018/2/layout/IconVerticalSolidList"/>
    <dgm:cxn modelId="{26611DAC-0D55-44D8-8163-3E6564838853}" type="presParOf" srcId="{0DE87BCF-F8EB-47A0-A2E2-392EBE54A683}" destId="{9403E1FF-775D-446B-8CA4-027CF830154D}" srcOrd="2" destOrd="0" presId="urn:microsoft.com/office/officeart/2018/2/layout/IconVerticalSolidList"/>
    <dgm:cxn modelId="{D5A2AEFC-E526-4A22-B82B-5683D3112795}" type="presParOf" srcId="{0DE87BCF-F8EB-47A0-A2E2-392EBE54A683}" destId="{1D090FF6-8AD8-4C1E-B34B-B55103AA130F}" srcOrd="3" destOrd="0" presId="urn:microsoft.com/office/officeart/2018/2/layout/IconVerticalSolidList"/>
    <dgm:cxn modelId="{C0908C7D-66DE-429A-A643-BE1BBEB2E4A8}" type="presParOf" srcId="{B8AADE06-672F-4855-9A08-307B2EE5C926}" destId="{B452CDD3-4B4F-4DD4-8BAE-72EC8FFD4405}" srcOrd="7" destOrd="0" presId="urn:microsoft.com/office/officeart/2018/2/layout/IconVerticalSolidList"/>
    <dgm:cxn modelId="{78929A59-0A06-414D-AA35-C8D3BA52DAFF}" type="presParOf" srcId="{B8AADE06-672F-4855-9A08-307B2EE5C926}" destId="{E72B67EE-7537-4383-94BB-19A05818345C}" srcOrd="8" destOrd="0" presId="urn:microsoft.com/office/officeart/2018/2/layout/IconVerticalSolidList"/>
    <dgm:cxn modelId="{97FDB97D-2F72-4F6B-AB06-A1DC1176CFCE}" type="presParOf" srcId="{E72B67EE-7537-4383-94BB-19A05818345C}" destId="{75E5E79C-394D-41EF-9E1D-BB209855E548}" srcOrd="0" destOrd="0" presId="urn:microsoft.com/office/officeart/2018/2/layout/IconVerticalSolidList"/>
    <dgm:cxn modelId="{5393326C-8D62-427F-BEEB-1D862AF14D93}" type="presParOf" srcId="{E72B67EE-7537-4383-94BB-19A05818345C}" destId="{4C6B8220-F0A8-41DA-9E61-38FFB0DD46D2}" srcOrd="1" destOrd="0" presId="urn:microsoft.com/office/officeart/2018/2/layout/IconVerticalSolidList"/>
    <dgm:cxn modelId="{4558CE55-B1D9-4836-8DFF-60B25B68A308}" type="presParOf" srcId="{E72B67EE-7537-4383-94BB-19A05818345C}" destId="{C871C349-01DE-4A81-9690-96BCFC172696}" srcOrd="2" destOrd="0" presId="urn:microsoft.com/office/officeart/2018/2/layout/IconVerticalSolidList"/>
    <dgm:cxn modelId="{2DB8A1AA-9A99-4353-BE6A-DA265DD991A1}" type="presParOf" srcId="{E72B67EE-7537-4383-94BB-19A05818345C}" destId="{8DB62D59-6D4C-4771-8650-12BC5EF3551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C6C409-490A-49F2-B323-AAE03C386C3E}">
      <dsp:nvSpPr>
        <dsp:cNvPr id="0" name=""/>
        <dsp:cNvSpPr/>
      </dsp:nvSpPr>
      <dsp:spPr>
        <a:xfrm>
          <a:off x="0" y="3144"/>
          <a:ext cx="9872871" cy="66982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6CCF52-3806-423E-8212-AE21F881E311}">
      <dsp:nvSpPr>
        <dsp:cNvPr id="0" name=""/>
        <dsp:cNvSpPr/>
      </dsp:nvSpPr>
      <dsp:spPr>
        <a:xfrm>
          <a:off x="202621" y="153855"/>
          <a:ext cx="368403" cy="36840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586B27C-CFCB-4900-AC35-551E1BE00EEF}">
      <dsp:nvSpPr>
        <dsp:cNvPr id="0" name=""/>
        <dsp:cNvSpPr/>
      </dsp:nvSpPr>
      <dsp:spPr>
        <a:xfrm>
          <a:off x="773646" y="3144"/>
          <a:ext cx="9099224" cy="669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890" tIns="70890" rIns="70890" bIns="70890" numCol="1" spcCol="1270" anchor="ctr" anchorCtr="0">
          <a:noAutofit/>
        </a:bodyPr>
        <a:lstStyle/>
        <a:p>
          <a:pPr marL="0" lvl="0" indent="0" algn="l" defTabSz="844550">
            <a:lnSpc>
              <a:spcPct val="100000"/>
            </a:lnSpc>
            <a:spcBef>
              <a:spcPct val="0"/>
            </a:spcBef>
            <a:spcAft>
              <a:spcPct val="35000"/>
            </a:spcAft>
            <a:buNone/>
          </a:pPr>
          <a:r>
            <a:rPr lang="en-US" sz="1900" kern="1200">
              <a:solidFill>
                <a:srgbClr val="00B050"/>
              </a:solidFill>
              <a:latin typeface="Rockwell"/>
            </a:rPr>
            <a:t>Good blood,</a:t>
          </a:r>
          <a:r>
            <a:rPr lang="en-US" sz="1900" kern="1200">
              <a:latin typeface="Rockwell"/>
            </a:rPr>
            <a:t> </a:t>
          </a:r>
          <a:r>
            <a:rPr lang="en-US" sz="1900" kern="1200">
              <a:solidFill>
                <a:srgbClr val="FF0000"/>
              </a:solidFill>
              <a:latin typeface="Rockwell"/>
            </a:rPr>
            <a:t>bad blood </a:t>
          </a:r>
        </a:p>
      </dsp:txBody>
      <dsp:txXfrm>
        <a:off x="773646" y="3144"/>
        <a:ext cx="9099224" cy="669823"/>
      </dsp:txXfrm>
    </dsp:sp>
    <dsp:sp modelId="{792DAF5F-0152-4179-ABE2-778C23792E67}">
      <dsp:nvSpPr>
        <dsp:cNvPr id="0" name=""/>
        <dsp:cNvSpPr/>
      </dsp:nvSpPr>
      <dsp:spPr>
        <a:xfrm>
          <a:off x="0" y="840424"/>
          <a:ext cx="9872871" cy="66982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9A43BB-7E84-48FC-9CB2-F744BD032251}">
      <dsp:nvSpPr>
        <dsp:cNvPr id="0" name=""/>
        <dsp:cNvSpPr/>
      </dsp:nvSpPr>
      <dsp:spPr>
        <a:xfrm>
          <a:off x="202621" y="991134"/>
          <a:ext cx="368403" cy="36840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378189F-F263-4B18-B2E5-EBAF3A24C815}">
      <dsp:nvSpPr>
        <dsp:cNvPr id="0" name=""/>
        <dsp:cNvSpPr/>
      </dsp:nvSpPr>
      <dsp:spPr>
        <a:xfrm>
          <a:off x="773646" y="840424"/>
          <a:ext cx="9099224" cy="669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890" tIns="70890" rIns="70890" bIns="70890" numCol="1" spcCol="1270" anchor="ctr" anchorCtr="0">
          <a:noAutofit/>
        </a:bodyPr>
        <a:lstStyle/>
        <a:p>
          <a:pPr marL="0" lvl="0" indent="0" algn="l" defTabSz="844550">
            <a:lnSpc>
              <a:spcPct val="100000"/>
            </a:lnSpc>
            <a:spcBef>
              <a:spcPct val="0"/>
            </a:spcBef>
            <a:spcAft>
              <a:spcPct val="35000"/>
            </a:spcAft>
            <a:buNone/>
          </a:pPr>
          <a:r>
            <a:rPr lang="en-US" sz="1900" kern="1200">
              <a:solidFill>
                <a:srgbClr val="E32BA0"/>
              </a:solidFill>
              <a:latin typeface="Rockwell"/>
            </a:rPr>
            <a:t>Bad blood</a:t>
          </a:r>
          <a:r>
            <a:rPr lang="en-US" sz="1900" kern="1200">
              <a:solidFill>
                <a:srgbClr val="FF0000"/>
              </a:solidFill>
              <a:latin typeface="Rockwell"/>
            </a:rPr>
            <a:t>, </a:t>
          </a:r>
          <a:r>
            <a:rPr lang="en-US" sz="1900" kern="1200">
              <a:solidFill>
                <a:srgbClr val="000000"/>
              </a:solidFill>
              <a:latin typeface="Rockwell"/>
            </a:rPr>
            <a:t>blood </a:t>
          </a:r>
          <a:r>
            <a:rPr lang="en-US" sz="1900" kern="1200" err="1">
              <a:solidFill>
                <a:srgbClr val="000000"/>
              </a:solidFill>
              <a:latin typeface="Rockwell"/>
            </a:rPr>
            <a:t>blood</a:t>
          </a:r>
          <a:r>
            <a:rPr lang="en-US" sz="1900" kern="1200">
              <a:solidFill>
                <a:srgbClr val="FF0000"/>
              </a:solidFill>
              <a:latin typeface="Rockwell"/>
            </a:rPr>
            <a:t> </a:t>
          </a:r>
        </a:p>
      </dsp:txBody>
      <dsp:txXfrm>
        <a:off x="773646" y="840424"/>
        <a:ext cx="9099224" cy="669823"/>
      </dsp:txXfrm>
    </dsp:sp>
    <dsp:sp modelId="{8545BA5D-EA29-4C35-994C-D1950092EC98}">
      <dsp:nvSpPr>
        <dsp:cNvPr id="0" name=""/>
        <dsp:cNvSpPr/>
      </dsp:nvSpPr>
      <dsp:spPr>
        <a:xfrm>
          <a:off x="0" y="1677704"/>
          <a:ext cx="9872871" cy="66982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DD869F-F0F0-42BC-9337-812A7853CE58}">
      <dsp:nvSpPr>
        <dsp:cNvPr id="0" name=""/>
        <dsp:cNvSpPr/>
      </dsp:nvSpPr>
      <dsp:spPr>
        <a:xfrm>
          <a:off x="202621" y="1828414"/>
          <a:ext cx="368403" cy="36840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17897BD-82EF-4D38-9521-D402B08DE623}">
      <dsp:nvSpPr>
        <dsp:cNvPr id="0" name=""/>
        <dsp:cNvSpPr/>
      </dsp:nvSpPr>
      <dsp:spPr>
        <a:xfrm>
          <a:off x="773646" y="1677704"/>
          <a:ext cx="9099224" cy="669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890" tIns="70890" rIns="70890" bIns="70890" numCol="1" spcCol="1270" anchor="ctr" anchorCtr="0">
          <a:noAutofit/>
        </a:bodyPr>
        <a:lstStyle/>
        <a:p>
          <a:pPr marL="0" lvl="0" indent="0" algn="l" defTabSz="844550">
            <a:lnSpc>
              <a:spcPct val="100000"/>
            </a:lnSpc>
            <a:spcBef>
              <a:spcPct val="0"/>
            </a:spcBef>
            <a:spcAft>
              <a:spcPct val="35000"/>
            </a:spcAft>
            <a:buNone/>
          </a:pPr>
          <a:r>
            <a:rPr lang="en-US" sz="1900" kern="1200">
              <a:solidFill>
                <a:srgbClr val="FF0000"/>
              </a:solidFill>
              <a:latin typeface="Rockwell"/>
            </a:rPr>
            <a:t>Red leather,</a:t>
          </a:r>
          <a:r>
            <a:rPr lang="en-US" sz="1900" kern="1200">
              <a:latin typeface="Rockwell"/>
            </a:rPr>
            <a:t> </a:t>
          </a:r>
          <a:r>
            <a:rPr lang="en-US" sz="1900" kern="1200">
              <a:solidFill>
                <a:srgbClr val="FFFF00"/>
              </a:solidFill>
              <a:latin typeface="Rockwell"/>
            </a:rPr>
            <a:t>yellow leather</a:t>
          </a:r>
          <a:r>
            <a:rPr lang="en-US" sz="1900" kern="1200">
              <a:latin typeface="Rockwell"/>
            </a:rPr>
            <a:t> </a:t>
          </a:r>
        </a:p>
      </dsp:txBody>
      <dsp:txXfrm>
        <a:off x="773646" y="1677704"/>
        <a:ext cx="9099224" cy="669823"/>
      </dsp:txXfrm>
    </dsp:sp>
    <dsp:sp modelId="{72888C1F-A321-4440-B1D1-1B74EF741D97}">
      <dsp:nvSpPr>
        <dsp:cNvPr id="0" name=""/>
        <dsp:cNvSpPr/>
      </dsp:nvSpPr>
      <dsp:spPr>
        <a:xfrm>
          <a:off x="0" y="2514983"/>
          <a:ext cx="9872871" cy="66982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9577BB-64AA-420A-AB05-C30E4241C074}">
      <dsp:nvSpPr>
        <dsp:cNvPr id="0" name=""/>
        <dsp:cNvSpPr/>
      </dsp:nvSpPr>
      <dsp:spPr>
        <a:xfrm>
          <a:off x="202621" y="2665694"/>
          <a:ext cx="368403" cy="36840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D090FF6-8AD8-4C1E-B34B-B55103AA130F}">
      <dsp:nvSpPr>
        <dsp:cNvPr id="0" name=""/>
        <dsp:cNvSpPr/>
      </dsp:nvSpPr>
      <dsp:spPr>
        <a:xfrm>
          <a:off x="773646" y="2514983"/>
          <a:ext cx="9099224" cy="669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890" tIns="70890" rIns="70890" bIns="70890" numCol="1" spcCol="1270" anchor="ctr" anchorCtr="0">
          <a:noAutofit/>
        </a:bodyPr>
        <a:lstStyle/>
        <a:p>
          <a:pPr marL="0" lvl="0" indent="0" algn="l" defTabSz="844550">
            <a:lnSpc>
              <a:spcPct val="100000"/>
            </a:lnSpc>
            <a:spcBef>
              <a:spcPct val="0"/>
            </a:spcBef>
            <a:spcAft>
              <a:spcPct val="35000"/>
            </a:spcAft>
            <a:buNone/>
          </a:pPr>
          <a:r>
            <a:rPr lang="en-US" sz="1900" kern="1200">
              <a:solidFill>
                <a:srgbClr val="7030A0"/>
              </a:solidFill>
              <a:latin typeface="Rockwell"/>
            </a:rPr>
            <a:t>Buttah, </a:t>
          </a:r>
          <a:r>
            <a:rPr lang="en-US" sz="1900" kern="1200" err="1">
              <a:solidFill>
                <a:srgbClr val="92D050"/>
              </a:solidFill>
              <a:latin typeface="Rockwell"/>
            </a:rPr>
            <a:t>Guttah</a:t>
          </a:r>
          <a:r>
            <a:rPr lang="en-US" sz="1900" kern="1200">
              <a:solidFill>
                <a:srgbClr val="7030A0"/>
              </a:solidFill>
              <a:latin typeface="Rockwell"/>
            </a:rPr>
            <a:t>, </a:t>
          </a:r>
          <a:r>
            <a:rPr lang="en-US" sz="1900" kern="1200" err="1">
              <a:solidFill>
                <a:srgbClr val="7030A0"/>
              </a:solidFill>
              <a:latin typeface="Rockwell"/>
            </a:rPr>
            <a:t>Guttah</a:t>
          </a:r>
          <a:r>
            <a:rPr lang="en-US" sz="1900" kern="1200">
              <a:solidFill>
                <a:srgbClr val="7030A0"/>
              </a:solidFill>
              <a:latin typeface="Rockwell"/>
            </a:rPr>
            <a:t>, </a:t>
          </a:r>
          <a:r>
            <a:rPr lang="en-US" sz="1900" kern="1200">
              <a:solidFill>
                <a:srgbClr val="63384F"/>
              </a:solidFill>
              <a:latin typeface="Rockwell"/>
            </a:rPr>
            <a:t>Buttah </a:t>
          </a:r>
        </a:p>
      </dsp:txBody>
      <dsp:txXfrm>
        <a:off x="773646" y="2514983"/>
        <a:ext cx="9099224" cy="669823"/>
      </dsp:txXfrm>
    </dsp:sp>
    <dsp:sp modelId="{75E5E79C-394D-41EF-9E1D-BB209855E548}">
      <dsp:nvSpPr>
        <dsp:cNvPr id="0" name=""/>
        <dsp:cNvSpPr/>
      </dsp:nvSpPr>
      <dsp:spPr>
        <a:xfrm>
          <a:off x="0" y="3352263"/>
          <a:ext cx="9872871" cy="66982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6B8220-F0A8-41DA-9E61-38FFB0DD46D2}">
      <dsp:nvSpPr>
        <dsp:cNvPr id="0" name=""/>
        <dsp:cNvSpPr/>
      </dsp:nvSpPr>
      <dsp:spPr>
        <a:xfrm>
          <a:off x="202621" y="3502973"/>
          <a:ext cx="368403" cy="36840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DB62D59-6D4C-4771-8650-12BC5EF3551F}">
      <dsp:nvSpPr>
        <dsp:cNvPr id="0" name=""/>
        <dsp:cNvSpPr/>
      </dsp:nvSpPr>
      <dsp:spPr>
        <a:xfrm>
          <a:off x="773646" y="3352263"/>
          <a:ext cx="9099224" cy="669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890" tIns="70890" rIns="70890" bIns="70890" numCol="1" spcCol="1270" anchor="ctr" anchorCtr="0">
          <a:noAutofit/>
        </a:bodyPr>
        <a:lstStyle/>
        <a:p>
          <a:pPr marL="0" lvl="0" indent="0" algn="l" defTabSz="844550">
            <a:lnSpc>
              <a:spcPct val="100000"/>
            </a:lnSpc>
            <a:spcBef>
              <a:spcPct val="0"/>
            </a:spcBef>
            <a:spcAft>
              <a:spcPct val="35000"/>
            </a:spcAft>
            <a:buNone/>
          </a:pPr>
          <a:r>
            <a:rPr lang="en-US" sz="1900" kern="1200">
              <a:solidFill>
                <a:srgbClr val="FFC000"/>
              </a:solidFill>
              <a:latin typeface="Rockwell"/>
            </a:rPr>
            <a:t>The leaf police dismisses us. </a:t>
          </a:r>
        </a:p>
      </dsp:txBody>
      <dsp:txXfrm>
        <a:off x="773646" y="3352263"/>
        <a:ext cx="9099224" cy="66982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00B7FD6-6B50-4C58-994F-82DC6214278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5CC7F2D-6B16-4B88-A4F8-ABD5316B473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F51DC69-60C3-4CF7-A135-6E702ECCE0F0}" type="datetimeFigureOut">
              <a:rPr lang="en-US" smtClean="0"/>
              <a:t>10/8/2025</a:t>
            </a:fld>
            <a:endParaRPr lang="en-US"/>
          </a:p>
        </p:txBody>
      </p:sp>
      <p:sp>
        <p:nvSpPr>
          <p:cNvPr id="4" name="Footer Placeholder 3">
            <a:extLst>
              <a:ext uri="{FF2B5EF4-FFF2-40B4-BE49-F238E27FC236}">
                <a16:creationId xmlns:a16="http://schemas.microsoft.com/office/drawing/2014/main" id="{F94CEF1E-1ACC-48D0-92B3-CB3D4FED50A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5F188B4-83B8-4C82-AFAC-DC1E415458F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7A9FFBD-F123-4881-BC93-591827BC61E0}" type="slidenum">
              <a:rPr lang="en-US" smtClean="0"/>
              <a:t>‹#›</a:t>
            </a:fld>
            <a:endParaRPr lang="en-US"/>
          </a:p>
        </p:txBody>
      </p:sp>
    </p:spTree>
    <p:extLst>
      <p:ext uri="{BB962C8B-B14F-4D97-AF65-F5344CB8AC3E}">
        <p14:creationId xmlns:p14="http://schemas.microsoft.com/office/powerpoint/2010/main" val="17366215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E3EC7B-6C72-4FBB-87DF-2BD2CB7DC1E6}" type="datetimeFigureOut">
              <a:rPr lang="en-US" smtClean="0"/>
              <a:t>10/8/2025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62A795-6F94-4A96-B820-B9038480D048}" type="slidenum">
              <a:rPr lang="en-US" smtClean="0"/>
              <a:t>‹#›</a:t>
            </a:fld>
            <a:endParaRPr lang="en-US"/>
          </a:p>
        </p:txBody>
      </p:sp>
    </p:spTree>
    <p:extLst>
      <p:ext uri="{BB962C8B-B14F-4D97-AF65-F5344CB8AC3E}">
        <p14:creationId xmlns:p14="http://schemas.microsoft.com/office/powerpoint/2010/main" val="966495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blog.allaboutlearningpress.com/silent-e/"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10"/>
          </p:nvPr>
        </p:nvSpPr>
        <p:spPr/>
        <p:txBody>
          <a:bodyPr/>
          <a:lstStyle/>
          <a:p>
            <a:fld id="{B262A795-6F94-4A96-B820-B9038480D048}" type="slidenum">
              <a:rPr lang="en-US" smtClean="0"/>
              <a:t>1</a:t>
            </a:fld>
            <a:endParaRPr lang="en-US" dirty="0"/>
          </a:p>
        </p:txBody>
      </p:sp>
    </p:spTree>
    <p:extLst>
      <p:ext uri="{BB962C8B-B14F-4D97-AF65-F5344CB8AC3E}">
        <p14:creationId xmlns:p14="http://schemas.microsoft.com/office/powerpoint/2010/main" val="36425461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b="1" dirty="0"/>
              <a:t>For the facilitator:</a:t>
            </a:r>
            <a:endParaRPr lang="en-PH" b="0" dirty="0"/>
          </a:p>
          <a:p>
            <a:r>
              <a:rPr lang="en-PH" b="0" dirty="0"/>
              <a:t>Ensure they meet their goals on each of the slides</a:t>
            </a:r>
          </a:p>
        </p:txBody>
      </p:sp>
      <p:sp>
        <p:nvSpPr>
          <p:cNvPr id="4" name="Slide Number Placeholder 3"/>
          <p:cNvSpPr>
            <a:spLocks noGrp="1"/>
          </p:cNvSpPr>
          <p:nvPr>
            <p:ph type="sldNum" sz="quarter" idx="5"/>
          </p:nvPr>
        </p:nvSpPr>
        <p:spPr/>
        <p:txBody>
          <a:bodyPr/>
          <a:lstStyle/>
          <a:p>
            <a:fld id="{B262A795-6F94-4A96-B820-B9038480D048}" type="slidenum">
              <a:rPr lang="en-US" smtClean="0"/>
              <a:t>2</a:t>
            </a:fld>
            <a:endParaRPr lang="en-US" dirty="0"/>
          </a:p>
        </p:txBody>
      </p:sp>
    </p:spTree>
    <p:extLst>
      <p:ext uri="{BB962C8B-B14F-4D97-AF65-F5344CB8AC3E}">
        <p14:creationId xmlns:p14="http://schemas.microsoft.com/office/powerpoint/2010/main" val="7702558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b="1" dirty="0"/>
              <a:t>FOR THE FACILITATOR: </a:t>
            </a:r>
            <a:r>
              <a:rPr lang="en-PH" b="0" dirty="0"/>
              <a:t>Utilize the white board &amp; the chat box</a:t>
            </a:r>
            <a:endParaRPr lang="en-PH" b="1" dirty="0"/>
          </a:p>
          <a:p>
            <a:r>
              <a:rPr lang="en-PH" b="0" dirty="0"/>
              <a:t>Give more examples of a monophthong – check understanding before proceeding to the next slide.</a:t>
            </a:r>
          </a:p>
        </p:txBody>
      </p:sp>
      <p:sp>
        <p:nvSpPr>
          <p:cNvPr id="4" name="Slide Number Placeholder 3"/>
          <p:cNvSpPr>
            <a:spLocks noGrp="1"/>
          </p:cNvSpPr>
          <p:nvPr>
            <p:ph type="sldNum" sz="quarter" idx="5"/>
          </p:nvPr>
        </p:nvSpPr>
        <p:spPr/>
        <p:txBody>
          <a:bodyPr/>
          <a:lstStyle/>
          <a:p>
            <a:fld id="{B262A795-6F94-4A96-B820-B9038480D048}" type="slidenum">
              <a:rPr lang="en-US" smtClean="0"/>
              <a:t>3</a:t>
            </a:fld>
            <a:endParaRPr lang="en-US" dirty="0"/>
          </a:p>
        </p:txBody>
      </p:sp>
    </p:spTree>
    <p:extLst>
      <p:ext uri="{BB962C8B-B14F-4D97-AF65-F5344CB8AC3E}">
        <p14:creationId xmlns:p14="http://schemas.microsoft.com/office/powerpoint/2010/main" val="1869131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PH" b="1" dirty="0"/>
              <a:t>For the facilitator: </a:t>
            </a:r>
            <a:r>
              <a:rPr lang="en-PH" b="0" i="0" dirty="0">
                <a:solidFill>
                  <a:srgbClr val="000000"/>
                </a:solidFill>
                <a:effectLst/>
                <a:latin typeface="-apple-system"/>
              </a:rPr>
              <a:t>Utilize the whiteboard:</a:t>
            </a:r>
          </a:p>
          <a:p>
            <a:pPr algn="l">
              <a:buFont typeface="Arial" panose="020B0604020202020204" pitchFamily="34" charset="0"/>
              <a:buChar char="•"/>
            </a:pPr>
            <a:r>
              <a:rPr lang="en-PH" b="0" i="0" dirty="0">
                <a:solidFill>
                  <a:srgbClr val="000000"/>
                </a:solidFill>
                <a:effectLst/>
                <a:latin typeface="-apple-system"/>
              </a:rPr>
              <a:t>Long A Vowel Teams: ai, ay, </a:t>
            </a:r>
            <a:r>
              <a:rPr lang="en-PH" b="0" i="0" dirty="0" err="1">
                <a:solidFill>
                  <a:srgbClr val="000000"/>
                </a:solidFill>
                <a:effectLst/>
                <a:latin typeface="-apple-system"/>
              </a:rPr>
              <a:t>ea</a:t>
            </a:r>
            <a:r>
              <a:rPr lang="en-PH" b="0" i="0">
                <a:solidFill>
                  <a:srgbClr val="000000"/>
                </a:solidFill>
                <a:effectLst/>
                <a:latin typeface="-apple-system"/>
              </a:rPr>
              <a:t>, </a:t>
            </a:r>
            <a:r>
              <a:rPr lang="en-PH" b="0" i="0" err="1">
                <a:solidFill>
                  <a:srgbClr val="000000"/>
                </a:solidFill>
                <a:effectLst/>
                <a:latin typeface="-apple-system"/>
              </a:rPr>
              <a:t>eigh</a:t>
            </a:r>
            <a:r>
              <a:rPr lang="en-PH" b="0" i="0">
                <a:solidFill>
                  <a:srgbClr val="000000"/>
                </a:solidFill>
                <a:effectLst/>
                <a:latin typeface="-apple-system"/>
              </a:rPr>
              <a:t>, </a:t>
            </a:r>
            <a:r>
              <a:rPr lang="en-PH" b="0" i="0" err="1">
                <a:solidFill>
                  <a:srgbClr val="000000"/>
                </a:solidFill>
                <a:effectLst/>
                <a:latin typeface="-apple-system"/>
              </a:rPr>
              <a:t>ey</a:t>
            </a:r>
            <a:endParaRPr lang="en-PH" b="0" i="0">
              <a:solidFill>
                <a:srgbClr val="000000"/>
              </a:solidFill>
              <a:effectLst/>
              <a:latin typeface="-apple-system"/>
            </a:endParaRPr>
          </a:p>
          <a:p>
            <a:pPr algn="l">
              <a:buFont typeface="Arial" panose="020B0604020202020204" pitchFamily="34" charset="0"/>
              <a:buChar char="•"/>
            </a:pPr>
            <a:r>
              <a:rPr lang="en-PH" b="0" i="0">
                <a:solidFill>
                  <a:srgbClr val="000000"/>
                </a:solidFill>
                <a:effectLst/>
                <a:latin typeface="-apple-system"/>
              </a:rPr>
              <a:t>Long E Vowel Teams: </a:t>
            </a:r>
            <a:r>
              <a:rPr lang="en-PH" b="0" i="0" err="1">
                <a:solidFill>
                  <a:srgbClr val="000000"/>
                </a:solidFill>
                <a:effectLst/>
                <a:latin typeface="-apple-system"/>
              </a:rPr>
              <a:t>ee</a:t>
            </a:r>
            <a:r>
              <a:rPr lang="en-PH" b="0" i="0">
                <a:solidFill>
                  <a:srgbClr val="000000"/>
                </a:solidFill>
                <a:effectLst/>
                <a:latin typeface="-apple-system"/>
              </a:rPr>
              <a:t>, </a:t>
            </a:r>
            <a:r>
              <a:rPr lang="en-PH" b="0" i="0" err="1">
                <a:solidFill>
                  <a:srgbClr val="000000"/>
                </a:solidFill>
                <a:effectLst/>
                <a:latin typeface="-apple-system"/>
              </a:rPr>
              <a:t>ea</a:t>
            </a:r>
            <a:r>
              <a:rPr lang="en-PH" b="0" i="0">
                <a:solidFill>
                  <a:srgbClr val="000000"/>
                </a:solidFill>
                <a:effectLst/>
                <a:latin typeface="-apple-system"/>
              </a:rPr>
              <a:t>, </a:t>
            </a:r>
            <a:r>
              <a:rPr lang="en-PH" b="0" i="0" err="1">
                <a:solidFill>
                  <a:srgbClr val="000000"/>
                </a:solidFill>
                <a:effectLst/>
                <a:latin typeface="-apple-system"/>
              </a:rPr>
              <a:t>ey</a:t>
            </a:r>
            <a:r>
              <a:rPr lang="en-PH" b="0" i="0">
                <a:solidFill>
                  <a:srgbClr val="000000"/>
                </a:solidFill>
                <a:effectLst/>
                <a:latin typeface="-apple-system"/>
              </a:rPr>
              <a:t>, </a:t>
            </a:r>
            <a:r>
              <a:rPr lang="en-PH" b="0" i="0" err="1">
                <a:solidFill>
                  <a:srgbClr val="000000"/>
                </a:solidFill>
                <a:effectLst/>
                <a:latin typeface="-apple-system"/>
              </a:rPr>
              <a:t>ei</a:t>
            </a:r>
            <a:r>
              <a:rPr lang="en-PH" b="0" i="0">
                <a:solidFill>
                  <a:srgbClr val="000000"/>
                </a:solidFill>
                <a:effectLst/>
                <a:latin typeface="-apple-system"/>
              </a:rPr>
              <a:t>, </a:t>
            </a:r>
            <a:r>
              <a:rPr lang="en-PH" b="0" i="0" err="1">
                <a:solidFill>
                  <a:srgbClr val="000000"/>
                </a:solidFill>
                <a:effectLst/>
                <a:latin typeface="-apple-system"/>
              </a:rPr>
              <a:t>ie</a:t>
            </a:r>
            <a:endParaRPr lang="en-PH" b="0" i="0">
              <a:solidFill>
                <a:srgbClr val="000000"/>
              </a:solidFill>
              <a:effectLst/>
              <a:latin typeface="-apple-system"/>
            </a:endParaRPr>
          </a:p>
          <a:p>
            <a:pPr algn="l">
              <a:buFont typeface="Arial" panose="020B0604020202020204" pitchFamily="34" charset="0"/>
              <a:buChar char="•"/>
            </a:pPr>
            <a:r>
              <a:rPr lang="en-PH" b="0" i="0">
                <a:solidFill>
                  <a:srgbClr val="000000"/>
                </a:solidFill>
                <a:effectLst/>
                <a:latin typeface="-apple-system"/>
              </a:rPr>
              <a:t>Long I Vowel Teams: </a:t>
            </a:r>
            <a:r>
              <a:rPr lang="en-PH" b="0" i="0" err="1">
                <a:solidFill>
                  <a:srgbClr val="000000"/>
                </a:solidFill>
                <a:effectLst/>
                <a:latin typeface="-apple-system"/>
              </a:rPr>
              <a:t>ie</a:t>
            </a:r>
            <a:r>
              <a:rPr lang="en-PH" b="0" i="0">
                <a:solidFill>
                  <a:srgbClr val="000000"/>
                </a:solidFill>
                <a:effectLst/>
                <a:latin typeface="-apple-system"/>
              </a:rPr>
              <a:t>, </a:t>
            </a:r>
            <a:r>
              <a:rPr lang="en-PH" b="0" i="0" err="1">
                <a:solidFill>
                  <a:srgbClr val="000000"/>
                </a:solidFill>
                <a:effectLst/>
                <a:latin typeface="-apple-system"/>
              </a:rPr>
              <a:t>igh</a:t>
            </a:r>
            <a:endParaRPr lang="en-PH" b="0" i="0">
              <a:solidFill>
                <a:srgbClr val="000000"/>
              </a:solidFill>
              <a:effectLst/>
              <a:latin typeface="-apple-system"/>
            </a:endParaRPr>
          </a:p>
          <a:p>
            <a:pPr algn="l">
              <a:buFont typeface="Arial" panose="020B0604020202020204" pitchFamily="34" charset="0"/>
              <a:buChar char="•"/>
            </a:pPr>
            <a:r>
              <a:rPr lang="en-PH" b="0" i="0">
                <a:solidFill>
                  <a:srgbClr val="000000"/>
                </a:solidFill>
                <a:effectLst/>
                <a:latin typeface="-apple-system"/>
              </a:rPr>
              <a:t>Long O Vowel Teams: </a:t>
            </a:r>
            <a:r>
              <a:rPr lang="en-PH" b="0" i="0" err="1">
                <a:solidFill>
                  <a:srgbClr val="000000"/>
                </a:solidFill>
                <a:effectLst/>
                <a:latin typeface="-apple-system"/>
              </a:rPr>
              <a:t>oa</a:t>
            </a:r>
            <a:r>
              <a:rPr lang="en-PH" b="0" i="0">
                <a:solidFill>
                  <a:srgbClr val="000000"/>
                </a:solidFill>
                <a:effectLst/>
                <a:latin typeface="-apple-system"/>
              </a:rPr>
              <a:t>, </a:t>
            </a:r>
            <a:r>
              <a:rPr lang="en-PH" b="0" i="0" err="1">
                <a:solidFill>
                  <a:srgbClr val="000000"/>
                </a:solidFill>
                <a:effectLst/>
                <a:latin typeface="-apple-system"/>
              </a:rPr>
              <a:t>oe</a:t>
            </a:r>
            <a:endParaRPr lang="en-PH" b="0" i="0">
              <a:solidFill>
                <a:srgbClr val="000000"/>
              </a:solidFill>
              <a:effectLst/>
              <a:latin typeface="-apple-system"/>
            </a:endParaRPr>
          </a:p>
          <a:p>
            <a:pPr algn="l">
              <a:buFont typeface="Arial" panose="020B0604020202020204" pitchFamily="34" charset="0"/>
              <a:buChar char="•"/>
            </a:pPr>
            <a:r>
              <a:rPr lang="en-PH" b="0" i="0">
                <a:solidFill>
                  <a:srgbClr val="000000"/>
                </a:solidFill>
                <a:effectLst/>
                <a:latin typeface="-apple-system"/>
              </a:rPr>
              <a:t>Long U Vowel Teams: </a:t>
            </a:r>
            <a:r>
              <a:rPr lang="en-PH" b="0" i="0" err="1">
                <a:solidFill>
                  <a:srgbClr val="000000"/>
                </a:solidFill>
                <a:effectLst/>
                <a:latin typeface="-apple-system"/>
              </a:rPr>
              <a:t>ew</a:t>
            </a:r>
            <a:r>
              <a:rPr lang="en-PH" b="0" i="0">
                <a:solidFill>
                  <a:srgbClr val="000000"/>
                </a:solidFill>
                <a:effectLst/>
                <a:latin typeface="-apple-system"/>
              </a:rPr>
              <a:t>, </a:t>
            </a:r>
            <a:r>
              <a:rPr lang="en-PH" b="0" i="0" err="1">
                <a:solidFill>
                  <a:srgbClr val="000000"/>
                </a:solidFill>
                <a:effectLst/>
                <a:latin typeface="-apple-system"/>
              </a:rPr>
              <a:t>ue</a:t>
            </a:r>
            <a:r>
              <a:rPr lang="en-PH" b="0" i="0">
                <a:solidFill>
                  <a:srgbClr val="000000"/>
                </a:solidFill>
                <a:effectLst/>
                <a:latin typeface="-apple-system"/>
              </a:rPr>
              <a:t>, </a:t>
            </a:r>
            <a:r>
              <a:rPr lang="en-PH" b="0" i="0" err="1">
                <a:solidFill>
                  <a:srgbClr val="000000"/>
                </a:solidFill>
                <a:effectLst/>
                <a:latin typeface="-apple-system"/>
              </a:rPr>
              <a:t>eu</a:t>
            </a:r>
            <a:endParaRPr lang="en-PH" b="0" i="0">
              <a:solidFill>
                <a:srgbClr val="000000"/>
              </a:solidFill>
              <a:effectLst/>
              <a:latin typeface="-apple-system"/>
            </a:endParaRPr>
          </a:p>
          <a:p>
            <a:pPr algn="l">
              <a:buFont typeface="Arial" panose="020B0604020202020204" pitchFamily="34" charset="0"/>
              <a:buChar char="•"/>
            </a:pPr>
            <a:r>
              <a:rPr lang="en-PH" b="0" i="0">
                <a:solidFill>
                  <a:srgbClr val="000000"/>
                </a:solidFill>
                <a:effectLst/>
                <a:latin typeface="-apple-system"/>
              </a:rPr>
              <a:t>Diphthong Vowel Teams: oi, oy, </a:t>
            </a:r>
            <a:r>
              <a:rPr lang="en-PH" b="0" i="0" err="1">
                <a:solidFill>
                  <a:srgbClr val="000000"/>
                </a:solidFill>
                <a:effectLst/>
                <a:latin typeface="-apple-system"/>
              </a:rPr>
              <a:t>ou</a:t>
            </a:r>
            <a:r>
              <a:rPr lang="en-PH" b="0" i="0">
                <a:solidFill>
                  <a:srgbClr val="000000"/>
                </a:solidFill>
                <a:effectLst/>
                <a:latin typeface="-apple-system"/>
              </a:rPr>
              <a:t>, ow, au, aw, </a:t>
            </a:r>
            <a:r>
              <a:rPr lang="en-PH" b="0" i="0" err="1">
                <a:solidFill>
                  <a:srgbClr val="000000"/>
                </a:solidFill>
                <a:effectLst/>
                <a:latin typeface="-apple-system"/>
              </a:rPr>
              <a:t>oo</a:t>
            </a:r>
            <a:endParaRPr lang="en-PH" b="0" i="0">
              <a:solidFill>
                <a:srgbClr val="000000"/>
              </a:solidFill>
              <a:effectLst/>
              <a:latin typeface="-apple-system"/>
            </a:endParaRPr>
          </a:p>
        </p:txBody>
      </p:sp>
      <p:sp>
        <p:nvSpPr>
          <p:cNvPr id="4" name="Slide Number Placeholder 3"/>
          <p:cNvSpPr>
            <a:spLocks noGrp="1"/>
          </p:cNvSpPr>
          <p:nvPr>
            <p:ph type="sldNum" sz="quarter" idx="5"/>
          </p:nvPr>
        </p:nvSpPr>
        <p:spPr/>
        <p:txBody>
          <a:bodyPr/>
          <a:lstStyle/>
          <a:p>
            <a:fld id="{B262A795-6F94-4A96-B820-B9038480D048}" type="slidenum">
              <a:rPr lang="en-US" smtClean="0"/>
              <a:t>4</a:t>
            </a:fld>
            <a:endParaRPr lang="en-US"/>
          </a:p>
        </p:txBody>
      </p:sp>
    </p:spTree>
    <p:extLst>
      <p:ext uri="{BB962C8B-B14F-4D97-AF65-F5344CB8AC3E}">
        <p14:creationId xmlns:p14="http://schemas.microsoft.com/office/powerpoint/2010/main" val="6579661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C8E08-C148-31D3-6161-ED6C6D7AF3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B75EC9-F9C7-6204-9867-C328765995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8F7645-BE20-D5F5-F0B8-377EFFC42FCD}"/>
              </a:ext>
            </a:extLst>
          </p:cNvPr>
          <p:cNvSpPr>
            <a:spLocks noGrp="1"/>
          </p:cNvSpPr>
          <p:nvPr>
            <p:ph type="body" idx="1"/>
          </p:nvPr>
        </p:nvSpPr>
        <p:spPr/>
        <p:txBody>
          <a:bodyPr/>
          <a:lstStyle/>
          <a:p>
            <a:pPr algn="l"/>
            <a:r>
              <a:rPr lang="en-PH" b="1"/>
              <a:t>For the facilitator: </a:t>
            </a:r>
            <a:r>
              <a:rPr lang="en-PH" b="0" i="0">
                <a:solidFill>
                  <a:srgbClr val="000000"/>
                </a:solidFill>
                <a:effectLst/>
                <a:latin typeface="-apple-system"/>
              </a:rPr>
              <a:t>Utilize the whiteboard:</a:t>
            </a:r>
          </a:p>
          <a:p>
            <a:pPr algn="l">
              <a:buFont typeface="Arial" panose="020B0604020202020204" pitchFamily="34" charset="0"/>
              <a:buChar char="•"/>
            </a:pPr>
            <a:r>
              <a:rPr lang="en-PH" b="0" i="0">
                <a:solidFill>
                  <a:srgbClr val="000000"/>
                </a:solidFill>
                <a:effectLst/>
                <a:latin typeface="-apple-system"/>
              </a:rPr>
              <a:t>Long A Vowel Teams: ai, ay, </a:t>
            </a:r>
            <a:r>
              <a:rPr lang="en-PH" b="0" i="0" err="1">
                <a:solidFill>
                  <a:srgbClr val="000000"/>
                </a:solidFill>
                <a:effectLst/>
                <a:latin typeface="-apple-system"/>
              </a:rPr>
              <a:t>ea</a:t>
            </a:r>
            <a:r>
              <a:rPr lang="en-PH" b="0" i="0">
                <a:solidFill>
                  <a:srgbClr val="000000"/>
                </a:solidFill>
                <a:effectLst/>
                <a:latin typeface="-apple-system"/>
              </a:rPr>
              <a:t>, </a:t>
            </a:r>
            <a:r>
              <a:rPr lang="en-PH" b="0" i="0" err="1">
                <a:solidFill>
                  <a:srgbClr val="000000"/>
                </a:solidFill>
                <a:effectLst/>
                <a:latin typeface="-apple-system"/>
              </a:rPr>
              <a:t>eigh</a:t>
            </a:r>
            <a:r>
              <a:rPr lang="en-PH" b="0" i="0">
                <a:solidFill>
                  <a:srgbClr val="000000"/>
                </a:solidFill>
                <a:effectLst/>
                <a:latin typeface="-apple-system"/>
              </a:rPr>
              <a:t>, </a:t>
            </a:r>
            <a:r>
              <a:rPr lang="en-PH" b="0" i="0" err="1">
                <a:solidFill>
                  <a:srgbClr val="000000"/>
                </a:solidFill>
                <a:effectLst/>
                <a:latin typeface="-apple-system"/>
              </a:rPr>
              <a:t>ey</a:t>
            </a:r>
            <a:endParaRPr lang="en-PH" b="0" i="0">
              <a:solidFill>
                <a:srgbClr val="000000"/>
              </a:solidFill>
              <a:effectLst/>
              <a:latin typeface="-apple-system"/>
            </a:endParaRPr>
          </a:p>
          <a:p>
            <a:pPr algn="l">
              <a:buFont typeface="Arial" panose="020B0604020202020204" pitchFamily="34" charset="0"/>
              <a:buChar char="•"/>
            </a:pPr>
            <a:r>
              <a:rPr lang="en-PH" b="0" i="0">
                <a:solidFill>
                  <a:srgbClr val="000000"/>
                </a:solidFill>
                <a:effectLst/>
                <a:latin typeface="-apple-system"/>
              </a:rPr>
              <a:t>Long E Vowel Teams: </a:t>
            </a:r>
            <a:r>
              <a:rPr lang="en-PH" b="0" i="0" err="1">
                <a:solidFill>
                  <a:srgbClr val="000000"/>
                </a:solidFill>
                <a:effectLst/>
                <a:latin typeface="-apple-system"/>
              </a:rPr>
              <a:t>ee</a:t>
            </a:r>
            <a:r>
              <a:rPr lang="en-PH" b="0" i="0">
                <a:solidFill>
                  <a:srgbClr val="000000"/>
                </a:solidFill>
                <a:effectLst/>
                <a:latin typeface="-apple-system"/>
              </a:rPr>
              <a:t>, </a:t>
            </a:r>
            <a:r>
              <a:rPr lang="en-PH" b="0" i="0" err="1">
                <a:solidFill>
                  <a:srgbClr val="000000"/>
                </a:solidFill>
                <a:effectLst/>
                <a:latin typeface="-apple-system"/>
              </a:rPr>
              <a:t>ea</a:t>
            </a:r>
            <a:r>
              <a:rPr lang="en-PH" b="0" i="0">
                <a:solidFill>
                  <a:srgbClr val="000000"/>
                </a:solidFill>
                <a:effectLst/>
                <a:latin typeface="-apple-system"/>
              </a:rPr>
              <a:t>, </a:t>
            </a:r>
            <a:r>
              <a:rPr lang="en-PH" b="0" i="0" err="1">
                <a:solidFill>
                  <a:srgbClr val="000000"/>
                </a:solidFill>
                <a:effectLst/>
                <a:latin typeface="-apple-system"/>
              </a:rPr>
              <a:t>ey</a:t>
            </a:r>
            <a:r>
              <a:rPr lang="en-PH" b="0" i="0">
                <a:solidFill>
                  <a:srgbClr val="000000"/>
                </a:solidFill>
                <a:effectLst/>
                <a:latin typeface="-apple-system"/>
              </a:rPr>
              <a:t>, </a:t>
            </a:r>
            <a:r>
              <a:rPr lang="en-PH" b="0" i="0" err="1">
                <a:solidFill>
                  <a:srgbClr val="000000"/>
                </a:solidFill>
                <a:effectLst/>
                <a:latin typeface="-apple-system"/>
              </a:rPr>
              <a:t>ei</a:t>
            </a:r>
            <a:r>
              <a:rPr lang="en-PH" b="0" i="0">
                <a:solidFill>
                  <a:srgbClr val="000000"/>
                </a:solidFill>
                <a:effectLst/>
                <a:latin typeface="-apple-system"/>
              </a:rPr>
              <a:t>, </a:t>
            </a:r>
            <a:r>
              <a:rPr lang="en-PH" b="0" i="0" err="1">
                <a:solidFill>
                  <a:srgbClr val="000000"/>
                </a:solidFill>
                <a:effectLst/>
                <a:latin typeface="-apple-system"/>
              </a:rPr>
              <a:t>ie</a:t>
            </a:r>
            <a:endParaRPr lang="en-PH" b="0" i="0">
              <a:solidFill>
                <a:srgbClr val="000000"/>
              </a:solidFill>
              <a:effectLst/>
              <a:latin typeface="-apple-system"/>
            </a:endParaRPr>
          </a:p>
          <a:p>
            <a:pPr algn="l">
              <a:buFont typeface="Arial" panose="020B0604020202020204" pitchFamily="34" charset="0"/>
              <a:buChar char="•"/>
            </a:pPr>
            <a:r>
              <a:rPr lang="en-PH" b="0" i="0">
                <a:solidFill>
                  <a:srgbClr val="000000"/>
                </a:solidFill>
                <a:effectLst/>
                <a:latin typeface="-apple-system"/>
              </a:rPr>
              <a:t>Long I Vowel Teams: </a:t>
            </a:r>
            <a:r>
              <a:rPr lang="en-PH" b="0" i="0" err="1">
                <a:solidFill>
                  <a:srgbClr val="000000"/>
                </a:solidFill>
                <a:effectLst/>
                <a:latin typeface="-apple-system"/>
              </a:rPr>
              <a:t>ie</a:t>
            </a:r>
            <a:r>
              <a:rPr lang="en-PH" b="0" i="0">
                <a:solidFill>
                  <a:srgbClr val="000000"/>
                </a:solidFill>
                <a:effectLst/>
                <a:latin typeface="-apple-system"/>
              </a:rPr>
              <a:t>, </a:t>
            </a:r>
            <a:r>
              <a:rPr lang="en-PH" b="0" i="0" err="1">
                <a:solidFill>
                  <a:srgbClr val="000000"/>
                </a:solidFill>
                <a:effectLst/>
                <a:latin typeface="-apple-system"/>
              </a:rPr>
              <a:t>igh</a:t>
            </a:r>
            <a:endParaRPr lang="en-PH" b="0" i="0">
              <a:solidFill>
                <a:srgbClr val="000000"/>
              </a:solidFill>
              <a:effectLst/>
              <a:latin typeface="-apple-system"/>
            </a:endParaRPr>
          </a:p>
          <a:p>
            <a:pPr algn="l">
              <a:buFont typeface="Arial" panose="020B0604020202020204" pitchFamily="34" charset="0"/>
              <a:buChar char="•"/>
            </a:pPr>
            <a:r>
              <a:rPr lang="en-PH" b="0" i="0">
                <a:solidFill>
                  <a:srgbClr val="000000"/>
                </a:solidFill>
                <a:effectLst/>
                <a:latin typeface="-apple-system"/>
              </a:rPr>
              <a:t>Long O Vowel Teams: </a:t>
            </a:r>
            <a:r>
              <a:rPr lang="en-PH" b="0" i="0" err="1">
                <a:solidFill>
                  <a:srgbClr val="000000"/>
                </a:solidFill>
                <a:effectLst/>
                <a:latin typeface="-apple-system"/>
              </a:rPr>
              <a:t>oa</a:t>
            </a:r>
            <a:r>
              <a:rPr lang="en-PH" b="0" i="0">
                <a:solidFill>
                  <a:srgbClr val="000000"/>
                </a:solidFill>
                <a:effectLst/>
                <a:latin typeface="-apple-system"/>
              </a:rPr>
              <a:t>, </a:t>
            </a:r>
            <a:r>
              <a:rPr lang="en-PH" b="0" i="0" err="1">
                <a:solidFill>
                  <a:srgbClr val="000000"/>
                </a:solidFill>
                <a:effectLst/>
                <a:latin typeface="-apple-system"/>
              </a:rPr>
              <a:t>oe</a:t>
            </a:r>
            <a:endParaRPr lang="en-PH" b="0" i="0">
              <a:solidFill>
                <a:srgbClr val="000000"/>
              </a:solidFill>
              <a:effectLst/>
              <a:latin typeface="-apple-system"/>
            </a:endParaRPr>
          </a:p>
          <a:p>
            <a:pPr algn="l">
              <a:buFont typeface="Arial" panose="020B0604020202020204" pitchFamily="34" charset="0"/>
              <a:buChar char="•"/>
            </a:pPr>
            <a:r>
              <a:rPr lang="en-PH" b="0" i="0">
                <a:solidFill>
                  <a:srgbClr val="000000"/>
                </a:solidFill>
                <a:effectLst/>
                <a:latin typeface="-apple-system"/>
              </a:rPr>
              <a:t>Long U Vowel Teams: </a:t>
            </a:r>
            <a:r>
              <a:rPr lang="en-PH" b="0" i="0" err="1">
                <a:solidFill>
                  <a:srgbClr val="000000"/>
                </a:solidFill>
                <a:effectLst/>
                <a:latin typeface="-apple-system"/>
              </a:rPr>
              <a:t>ew</a:t>
            </a:r>
            <a:r>
              <a:rPr lang="en-PH" b="0" i="0">
                <a:solidFill>
                  <a:srgbClr val="000000"/>
                </a:solidFill>
                <a:effectLst/>
                <a:latin typeface="-apple-system"/>
              </a:rPr>
              <a:t>, </a:t>
            </a:r>
            <a:r>
              <a:rPr lang="en-PH" b="0" i="0" err="1">
                <a:solidFill>
                  <a:srgbClr val="000000"/>
                </a:solidFill>
                <a:effectLst/>
                <a:latin typeface="-apple-system"/>
              </a:rPr>
              <a:t>ue</a:t>
            </a:r>
            <a:r>
              <a:rPr lang="en-PH" b="0" i="0">
                <a:solidFill>
                  <a:srgbClr val="000000"/>
                </a:solidFill>
                <a:effectLst/>
                <a:latin typeface="-apple-system"/>
              </a:rPr>
              <a:t>, </a:t>
            </a:r>
            <a:r>
              <a:rPr lang="en-PH" b="0" i="0" err="1">
                <a:solidFill>
                  <a:srgbClr val="000000"/>
                </a:solidFill>
                <a:effectLst/>
                <a:latin typeface="-apple-system"/>
              </a:rPr>
              <a:t>eu</a:t>
            </a:r>
            <a:endParaRPr lang="en-PH" b="0" i="0">
              <a:solidFill>
                <a:srgbClr val="000000"/>
              </a:solidFill>
              <a:effectLst/>
              <a:latin typeface="-apple-system"/>
            </a:endParaRPr>
          </a:p>
          <a:p>
            <a:pPr algn="l">
              <a:buFont typeface="Arial" panose="020B0604020202020204" pitchFamily="34" charset="0"/>
              <a:buChar char="•"/>
            </a:pPr>
            <a:r>
              <a:rPr lang="en-PH" b="0" i="0">
                <a:solidFill>
                  <a:srgbClr val="000000"/>
                </a:solidFill>
                <a:effectLst/>
                <a:latin typeface="-apple-system"/>
              </a:rPr>
              <a:t>Diphthong Vowel Teams: oi, oy, </a:t>
            </a:r>
            <a:r>
              <a:rPr lang="en-PH" b="0" i="0" err="1">
                <a:solidFill>
                  <a:srgbClr val="000000"/>
                </a:solidFill>
                <a:effectLst/>
                <a:latin typeface="-apple-system"/>
              </a:rPr>
              <a:t>ou</a:t>
            </a:r>
            <a:r>
              <a:rPr lang="en-PH" b="0" i="0">
                <a:solidFill>
                  <a:srgbClr val="000000"/>
                </a:solidFill>
                <a:effectLst/>
                <a:latin typeface="-apple-system"/>
              </a:rPr>
              <a:t>, ow, au, aw, </a:t>
            </a:r>
            <a:r>
              <a:rPr lang="en-PH" b="0" i="0" err="1">
                <a:solidFill>
                  <a:srgbClr val="000000"/>
                </a:solidFill>
                <a:effectLst/>
                <a:latin typeface="-apple-system"/>
              </a:rPr>
              <a:t>oo</a:t>
            </a:r>
            <a:endParaRPr lang="en-PH" b="0" i="0">
              <a:solidFill>
                <a:srgbClr val="000000"/>
              </a:solidFill>
              <a:effectLst/>
              <a:latin typeface="-apple-system"/>
            </a:endParaRPr>
          </a:p>
        </p:txBody>
      </p:sp>
      <p:sp>
        <p:nvSpPr>
          <p:cNvPr id="4" name="Slide Number Placeholder 3">
            <a:extLst>
              <a:ext uri="{FF2B5EF4-FFF2-40B4-BE49-F238E27FC236}">
                <a16:creationId xmlns:a16="http://schemas.microsoft.com/office/drawing/2014/main" id="{FDD92FC3-AE62-1E67-A3BA-CA80897B3203}"/>
              </a:ext>
            </a:extLst>
          </p:cNvPr>
          <p:cNvSpPr>
            <a:spLocks noGrp="1"/>
          </p:cNvSpPr>
          <p:nvPr>
            <p:ph type="sldNum" sz="quarter" idx="5"/>
          </p:nvPr>
        </p:nvSpPr>
        <p:spPr/>
        <p:txBody>
          <a:bodyPr/>
          <a:lstStyle/>
          <a:p>
            <a:fld id="{B262A795-6F94-4A96-B820-B9038480D048}" type="slidenum">
              <a:rPr lang="en-US" smtClean="0"/>
              <a:t>5</a:t>
            </a:fld>
            <a:endParaRPr lang="en-US"/>
          </a:p>
        </p:txBody>
      </p:sp>
    </p:spTree>
    <p:extLst>
      <p:ext uri="{BB962C8B-B14F-4D97-AF65-F5344CB8AC3E}">
        <p14:creationId xmlns:p14="http://schemas.microsoft.com/office/powerpoint/2010/main" val="39689942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PH" b="1"/>
              <a:t>For the facilitator: </a:t>
            </a:r>
            <a:r>
              <a:rPr lang="en-PH" b="0" i="0">
                <a:solidFill>
                  <a:srgbClr val="000000"/>
                </a:solidFill>
                <a:effectLst/>
                <a:latin typeface="-apple-system"/>
              </a:rPr>
              <a:t>Utilize the whiteboard:</a:t>
            </a:r>
          </a:p>
          <a:p>
            <a:pPr algn="l">
              <a:buFont typeface="Arial" panose="020B0604020202020204" pitchFamily="34" charset="0"/>
              <a:buChar char="•"/>
            </a:pPr>
            <a:r>
              <a:rPr lang="en-PH" b="0" i="0">
                <a:solidFill>
                  <a:srgbClr val="000000"/>
                </a:solidFill>
                <a:effectLst/>
                <a:latin typeface="-apple-system"/>
              </a:rPr>
              <a:t>Long A Vowel Teams: ai, ay, </a:t>
            </a:r>
            <a:r>
              <a:rPr lang="en-PH" b="0" i="0" err="1">
                <a:solidFill>
                  <a:srgbClr val="000000"/>
                </a:solidFill>
                <a:effectLst/>
                <a:latin typeface="-apple-system"/>
              </a:rPr>
              <a:t>ea</a:t>
            </a:r>
            <a:r>
              <a:rPr lang="en-PH" b="0" i="0">
                <a:solidFill>
                  <a:srgbClr val="000000"/>
                </a:solidFill>
                <a:effectLst/>
                <a:latin typeface="-apple-system"/>
              </a:rPr>
              <a:t>, </a:t>
            </a:r>
            <a:r>
              <a:rPr lang="en-PH" b="0" i="0" err="1">
                <a:solidFill>
                  <a:srgbClr val="000000"/>
                </a:solidFill>
                <a:effectLst/>
                <a:latin typeface="-apple-system"/>
              </a:rPr>
              <a:t>eigh</a:t>
            </a:r>
            <a:r>
              <a:rPr lang="en-PH" b="0" i="0">
                <a:solidFill>
                  <a:srgbClr val="000000"/>
                </a:solidFill>
                <a:effectLst/>
                <a:latin typeface="-apple-system"/>
              </a:rPr>
              <a:t>, </a:t>
            </a:r>
            <a:r>
              <a:rPr lang="en-PH" b="0" i="0" err="1">
                <a:solidFill>
                  <a:srgbClr val="000000"/>
                </a:solidFill>
                <a:effectLst/>
                <a:latin typeface="-apple-system"/>
              </a:rPr>
              <a:t>ey</a:t>
            </a:r>
            <a:endParaRPr lang="en-PH" b="0" i="0">
              <a:solidFill>
                <a:srgbClr val="000000"/>
              </a:solidFill>
              <a:effectLst/>
              <a:latin typeface="-apple-system"/>
            </a:endParaRPr>
          </a:p>
          <a:p>
            <a:pPr algn="l">
              <a:buFont typeface="Arial" panose="020B0604020202020204" pitchFamily="34" charset="0"/>
              <a:buChar char="•"/>
            </a:pPr>
            <a:r>
              <a:rPr lang="en-PH" b="0" i="0">
                <a:solidFill>
                  <a:srgbClr val="000000"/>
                </a:solidFill>
                <a:effectLst/>
                <a:latin typeface="-apple-system"/>
              </a:rPr>
              <a:t>Long E Vowel Teams: </a:t>
            </a:r>
            <a:r>
              <a:rPr lang="en-PH" b="0" i="0" err="1">
                <a:solidFill>
                  <a:srgbClr val="000000"/>
                </a:solidFill>
                <a:effectLst/>
                <a:latin typeface="-apple-system"/>
              </a:rPr>
              <a:t>ee</a:t>
            </a:r>
            <a:r>
              <a:rPr lang="en-PH" b="0" i="0">
                <a:solidFill>
                  <a:srgbClr val="000000"/>
                </a:solidFill>
                <a:effectLst/>
                <a:latin typeface="-apple-system"/>
              </a:rPr>
              <a:t>, </a:t>
            </a:r>
            <a:r>
              <a:rPr lang="en-PH" b="0" i="0" err="1">
                <a:solidFill>
                  <a:srgbClr val="000000"/>
                </a:solidFill>
                <a:effectLst/>
                <a:latin typeface="-apple-system"/>
              </a:rPr>
              <a:t>ea</a:t>
            </a:r>
            <a:r>
              <a:rPr lang="en-PH" b="0" i="0">
                <a:solidFill>
                  <a:srgbClr val="000000"/>
                </a:solidFill>
                <a:effectLst/>
                <a:latin typeface="-apple-system"/>
              </a:rPr>
              <a:t>, </a:t>
            </a:r>
            <a:r>
              <a:rPr lang="en-PH" b="0" i="0" err="1">
                <a:solidFill>
                  <a:srgbClr val="000000"/>
                </a:solidFill>
                <a:effectLst/>
                <a:latin typeface="-apple-system"/>
              </a:rPr>
              <a:t>ey</a:t>
            </a:r>
            <a:r>
              <a:rPr lang="en-PH" b="0" i="0">
                <a:solidFill>
                  <a:srgbClr val="000000"/>
                </a:solidFill>
                <a:effectLst/>
                <a:latin typeface="-apple-system"/>
              </a:rPr>
              <a:t>, </a:t>
            </a:r>
            <a:r>
              <a:rPr lang="en-PH" b="0" i="0" err="1">
                <a:solidFill>
                  <a:srgbClr val="000000"/>
                </a:solidFill>
                <a:effectLst/>
                <a:latin typeface="-apple-system"/>
              </a:rPr>
              <a:t>ei</a:t>
            </a:r>
            <a:r>
              <a:rPr lang="en-PH" b="0" i="0">
                <a:solidFill>
                  <a:srgbClr val="000000"/>
                </a:solidFill>
                <a:effectLst/>
                <a:latin typeface="-apple-system"/>
              </a:rPr>
              <a:t>, </a:t>
            </a:r>
            <a:r>
              <a:rPr lang="en-PH" b="0" i="0" err="1">
                <a:solidFill>
                  <a:srgbClr val="000000"/>
                </a:solidFill>
                <a:effectLst/>
                <a:latin typeface="-apple-system"/>
              </a:rPr>
              <a:t>ie</a:t>
            </a:r>
            <a:endParaRPr lang="en-PH" b="0" i="0">
              <a:solidFill>
                <a:srgbClr val="000000"/>
              </a:solidFill>
              <a:effectLst/>
              <a:latin typeface="-apple-system"/>
            </a:endParaRPr>
          </a:p>
          <a:p>
            <a:pPr algn="l">
              <a:buFont typeface="Arial" panose="020B0604020202020204" pitchFamily="34" charset="0"/>
              <a:buChar char="•"/>
            </a:pPr>
            <a:r>
              <a:rPr lang="en-PH" b="0" i="0">
                <a:solidFill>
                  <a:srgbClr val="000000"/>
                </a:solidFill>
                <a:effectLst/>
                <a:latin typeface="-apple-system"/>
              </a:rPr>
              <a:t>Long I Vowel Teams: </a:t>
            </a:r>
            <a:r>
              <a:rPr lang="en-PH" b="0" i="0" err="1">
                <a:solidFill>
                  <a:srgbClr val="000000"/>
                </a:solidFill>
                <a:effectLst/>
                <a:latin typeface="-apple-system"/>
              </a:rPr>
              <a:t>ie</a:t>
            </a:r>
            <a:r>
              <a:rPr lang="en-PH" b="0" i="0">
                <a:solidFill>
                  <a:srgbClr val="000000"/>
                </a:solidFill>
                <a:effectLst/>
                <a:latin typeface="-apple-system"/>
              </a:rPr>
              <a:t>, </a:t>
            </a:r>
            <a:r>
              <a:rPr lang="en-PH" b="0" i="0" err="1">
                <a:solidFill>
                  <a:srgbClr val="000000"/>
                </a:solidFill>
                <a:effectLst/>
                <a:latin typeface="-apple-system"/>
              </a:rPr>
              <a:t>igh</a:t>
            </a:r>
            <a:endParaRPr lang="en-PH" b="0" i="0">
              <a:solidFill>
                <a:srgbClr val="000000"/>
              </a:solidFill>
              <a:effectLst/>
              <a:latin typeface="-apple-system"/>
            </a:endParaRPr>
          </a:p>
          <a:p>
            <a:pPr algn="l">
              <a:buFont typeface="Arial" panose="020B0604020202020204" pitchFamily="34" charset="0"/>
              <a:buChar char="•"/>
            </a:pPr>
            <a:r>
              <a:rPr lang="en-PH" b="0" i="0">
                <a:solidFill>
                  <a:srgbClr val="000000"/>
                </a:solidFill>
                <a:effectLst/>
                <a:latin typeface="-apple-system"/>
              </a:rPr>
              <a:t>Long O Vowel Teams: </a:t>
            </a:r>
            <a:r>
              <a:rPr lang="en-PH" b="0" i="0" err="1">
                <a:solidFill>
                  <a:srgbClr val="000000"/>
                </a:solidFill>
                <a:effectLst/>
                <a:latin typeface="-apple-system"/>
              </a:rPr>
              <a:t>oa</a:t>
            </a:r>
            <a:r>
              <a:rPr lang="en-PH" b="0" i="0">
                <a:solidFill>
                  <a:srgbClr val="000000"/>
                </a:solidFill>
                <a:effectLst/>
                <a:latin typeface="-apple-system"/>
              </a:rPr>
              <a:t>, </a:t>
            </a:r>
            <a:r>
              <a:rPr lang="en-PH" b="0" i="0" err="1">
                <a:solidFill>
                  <a:srgbClr val="000000"/>
                </a:solidFill>
                <a:effectLst/>
                <a:latin typeface="-apple-system"/>
              </a:rPr>
              <a:t>oe</a:t>
            </a:r>
            <a:endParaRPr lang="en-PH" b="0" i="0">
              <a:solidFill>
                <a:srgbClr val="000000"/>
              </a:solidFill>
              <a:effectLst/>
              <a:latin typeface="-apple-system"/>
            </a:endParaRPr>
          </a:p>
          <a:p>
            <a:pPr algn="l">
              <a:buFont typeface="Arial" panose="020B0604020202020204" pitchFamily="34" charset="0"/>
              <a:buChar char="•"/>
            </a:pPr>
            <a:r>
              <a:rPr lang="en-PH" b="0" i="0">
                <a:solidFill>
                  <a:srgbClr val="000000"/>
                </a:solidFill>
                <a:effectLst/>
                <a:latin typeface="-apple-system"/>
              </a:rPr>
              <a:t>Long U Vowel Teams: </a:t>
            </a:r>
            <a:r>
              <a:rPr lang="en-PH" b="0" i="0" err="1">
                <a:solidFill>
                  <a:srgbClr val="000000"/>
                </a:solidFill>
                <a:effectLst/>
                <a:latin typeface="-apple-system"/>
              </a:rPr>
              <a:t>ew</a:t>
            </a:r>
            <a:r>
              <a:rPr lang="en-PH" b="0" i="0">
                <a:solidFill>
                  <a:srgbClr val="000000"/>
                </a:solidFill>
                <a:effectLst/>
                <a:latin typeface="-apple-system"/>
              </a:rPr>
              <a:t>, </a:t>
            </a:r>
            <a:r>
              <a:rPr lang="en-PH" b="0" i="0" err="1">
                <a:solidFill>
                  <a:srgbClr val="000000"/>
                </a:solidFill>
                <a:effectLst/>
                <a:latin typeface="-apple-system"/>
              </a:rPr>
              <a:t>ue</a:t>
            </a:r>
            <a:r>
              <a:rPr lang="en-PH" b="0" i="0">
                <a:solidFill>
                  <a:srgbClr val="000000"/>
                </a:solidFill>
                <a:effectLst/>
                <a:latin typeface="-apple-system"/>
              </a:rPr>
              <a:t>, </a:t>
            </a:r>
            <a:r>
              <a:rPr lang="en-PH" b="0" i="0" err="1">
                <a:solidFill>
                  <a:srgbClr val="000000"/>
                </a:solidFill>
                <a:effectLst/>
                <a:latin typeface="-apple-system"/>
              </a:rPr>
              <a:t>eu</a:t>
            </a:r>
            <a:endParaRPr lang="en-PH" b="0" i="0">
              <a:solidFill>
                <a:srgbClr val="000000"/>
              </a:solidFill>
              <a:effectLst/>
              <a:latin typeface="-apple-system"/>
            </a:endParaRPr>
          </a:p>
          <a:p>
            <a:pPr algn="l">
              <a:buFont typeface="Arial" panose="020B0604020202020204" pitchFamily="34" charset="0"/>
              <a:buChar char="•"/>
            </a:pPr>
            <a:r>
              <a:rPr lang="en-PH" b="0" i="0">
                <a:solidFill>
                  <a:srgbClr val="000000"/>
                </a:solidFill>
                <a:effectLst/>
                <a:latin typeface="-apple-system"/>
              </a:rPr>
              <a:t>Diphthong Vowel Teams: oi, oy, </a:t>
            </a:r>
            <a:r>
              <a:rPr lang="en-PH" b="0" i="0" err="1">
                <a:solidFill>
                  <a:srgbClr val="000000"/>
                </a:solidFill>
                <a:effectLst/>
                <a:latin typeface="-apple-system"/>
              </a:rPr>
              <a:t>ou</a:t>
            </a:r>
            <a:r>
              <a:rPr lang="en-PH" b="0" i="0">
                <a:solidFill>
                  <a:srgbClr val="000000"/>
                </a:solidFill>
                <a:effectLst/>
                <a:latin typeface="-apple-system"/>
              </a:rPr>
              <a:t>, ow, au, aw, </a:t>
            </a:r>
            <a:r>
              <a:rPr lang="en-PH" b="0" i="0" err="1">
                <a:solidFill>
                  <a:srgbClr val="000000"/>
                </a:solidFill>
                <a:effectLst/>
                <a:latin typeface="-apple-system"/>
              </a:rPr>
              <a:t>oo</a:t>
            </a:r>
            <a:endParaRPr lang="en-PH" b="0" i="0">
              <a:solidFill>
                <a:srgbClr val="000000"/>
              </a:solidFill>
              <a:effectLst/>
              <a:latin typeface="-apple-system"/>
            </a:endParaRPr>
          </a:p>
        </p:txBody>
      </p:sp>
      <p:sp>
        <p:nvSpPr>
          <p:cNvPr id="4" name="Slide Number Placeholder 3"/>
          <p:cNvSpPr>
            <a:spLocks noGrp="1"/>
          </p:cNvSpPr>
          <p:nvPr>
            <p:ph type="sldNum" sz="quarter" idx="5"/>
          </p:nvPr>
        </p:nvSpPr>
        <p:spPr/>
        <p:txBody>
          <a:bodyPr/>
          <a:lstStyle/>
          <a:p>
            <a:fld id="{B262A795-6F94-4A96-B820-B9038480D048}" type="slidenum">
              <a:rPr lang="en-US" smtClean="0"/>
              <a:t>6</a:t>
            </a:fld>
            <a:endParaRPr lang="en-US"/>
          </a:p>
        </p:txBody>
      </p:sp>
    </p:spTree>
    <p:extLst>
      <p:ext uri="{BB962C8B-B14F-4D97-AF65-F5344CB8AC3E}">
        <p14:creationId xmlns:p14="http://schemas.microsoft.com/office/powerpoint/2010/main" val="16047896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b="1" dirty="0"/>
              <a:t>For the facilitator: </a:t>
            </a:r>
            <a:r>
              <a:rPr lang="en-PH" b="0" i="0" dirty="0">
                <a:solidFill>
                  <a:srgbClr val="000000"/>
                </a:solidFill>
                <a:effectLst/>
                <a:latin typeface="-apple-system"/>
              </a:rPr>
              <a:t>Utilize the whiteboard: </a:t>
            </a:r>
            <a:r>
              <a:rPr lang="en-PH" b="0" i="1" dirty="0"/>
              <a:t>check understanding before proceeding to the next slide</a:t>
            </a:r>
            <a:endParaRPr lang="en-PH" b="0" i="1" dirty="0">
              <a:solidFill>
                <a:srgbClr val="000000"/>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dk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dk1"/>
                </a:solidFill>
                <a:effectLst/>
                <a:latin typeface="+mn-lt"/>
                <a:ea typeface="+mn-ea"/>
                <a:cs typeface="+mn-cs"/>
              </a:rPr>
              <a:t>In the word ”</a:t>
            </a:r>
            <a:r>
              <a:rPr lang="en-US" sz="1200" b="0" i="1" kern="1200" dirty="0">
                <a:solidFill>
                  <a:schemeClr val="dk1"/>
                </a:solidFill>
                <a:effectLst/>
                <a:latin typeface="+mn-lt"/>
                <a:ea typeface="+mn-ea"/>
                <a:cs typeface="+mn-cs"/>
              </a:rPr>
              <a:t>we</a:t>
            </a:r>
            <a:r>
              <a:rPr lang="en-US" sz="1200" b="0" i="0" kern="1200" dirty="0">
                <a:solidFill>
                  <a:schemeClr val="dk1"/>
                </a:solidFill>
                <a:effectLst/>
                <a:latin typeface="+mn-lt"/>
                <a:ea typeface="+mn-ea"/>
                <a:cs typeface="+mn-cs"/>
              </a:rPr>
              <a:t>,” as in ”</a:t>
            </a:r>
            <a:r>
              <a:rPr lang="en-US" sz="1200" b="0" i="1" kern="1200" dirty="0">
                <a:solidFill>
                  <a:schemeClr val="dk1"/>
                </a:solidFill>
                <a:effectLst/>
                <a:latin typeface="+mn-lt"/>
                <a:ea typeface="+mn-ea"/>
                <a:cs typeface="+mn-cs"/>
              </a:rPr>
              <a:t>We love emus</a:t>
            </a:r>
            <a:r>
              <a:rPr lang="en-US" sz="1200" b="0" i="0" kern="1200" dirty="0">
                <a:solidFill>
                  <a:schemeClr val="dk1"/>
                </a:solidFill>
                <a:effectLst/>
                <a:latin typeface="+mn-lt"/>
                <a:ea typeface="+mn-ea"/>
                <a:cs typeface="+mn-cs"/>
              </a:rPr>
              <a:t>,” the vowel E is at the end of the syllable and says long E. In these words, the vowel at the end of a syllable is long: </a:t>
            </a:r>
            <a:r>
              <a:rPr lang="en-US" sz="1200" b="1" i="1" kern="1200" dirty="0">
                <a:solidFill>
                  <a:schemeClr val="dk1"/>
                </a:solidFill>
                <a:effectLst/>
                <a:latin typeface="+mn-lt"/>
                <a:ea typeface="+mn-ea"/>
                <a:cs typeface="+mn-cs"/>
              </a:rPr>
              <a:t>h</a:t>
            </a:r>
            <a:r>
              <a:rPr lang="en-US" sz="1200" b="1" i="1" u="sng" kern="1200" dirty="0">
                <a:solidFill>
                  <a:schemeClr val="dk1"/>
                </a:solidFill>
                <a:effectLst/>
                <a:latin typeface="+mn-lt"/>
                <a:ea typeface="+mn-ea"/>
                <a:cs typeface="+mn-cs"/>
              </a:rPr>
              <a:t>e</a:t>
            </a:r>
            <a:r>
              <a:rPr lang="en-US" sz="1200" b="1" i="1" kern="1200" dirty="0">
                <a:solidFill>
                  <a:schemeClr val="dk1"/>
                </a:solidFill>
                <a:effectLst/>
                <a:latin typeface="+mn-lt"/>
                <a:ea typeface="+mn-ea"/>
                <a:cs typeface="+mn-cs"/>
              </a:rPr>
              <a:t>r</a:t>
            </a:r>
            <a:r>
              <a:rPr lang="en-US" sz="1200" b="1" i="1" u="sng" kern="1200" dirty="0">
                <a:solidFill>
                  <a:schemeClr val="dk1"/>
                </a:solidFill>
                <a:effectLst/>
                <a:latin typeface="+mn-lt"/>
                <a:ea typeface="+mn-ea"/>
                <a:cs typeface="+mn-cs"/>
              </a:rPr>
              <a:t>o</a:t>
            </a:r>
            <a:r>
              <a:rPr lang="en-US" sz="1200" b="1" i="1" kern="1200" dirty="0">
                <a:solidFill>
                  <a:schemeClr val="dk1"/>
                </a:solidFill>
                <a:effectLst/>
                <a:latin typeface="+mn-lt"/>
                <a:ea typeface="+mn-ea"/>
                <a:cs typeface="+mn-cs"/>
              </a:rPr>
              <a:t>, h</a:t>
            </a:r>
            <a:r>
              <a:rPr lang="en-US" sz="1200" b="1" i="1" u="sng" kern="1200" dirty="0">
                <a:solidFill>
                  <a:schemeClr val="dk1"/>
                </a:solidFill>
                <a:effectLst/>
                <a:latin typeface="+mn-lt"/>
                <a:ea typeface="+mn-ea"/>
                <a:cs typeface="+mn-cs"/>
              </a:rPr>
              <a:t>i</a:t>
            </a:r>
            <a:r>
              <a:rPr lang="en-US" sz="1200" b="1" i="1" kern="1200" dirty="0">
                <a:solidFill>
                  <a:schemeClr val="dk1"/>
                </a:solidFill>
                <a:effectLst/>
                <a:latin typeface="+mn-lt"/>
                <a:ea typeface="+mn-ea"/>
                <a:cs typeface="+mn-cs"/>
              </a:rPr>
              <a:t>, m</a:t>
            </a:r>
            <a:r>
              <a:rPr lang="en-US" sz="1200" b="1" i="1" u="sng" kern="1200" dirty="0">
                <a:solidFill>
                  <a:schemeClr val="dk1"/>
                </a:solidFill>
                <a:effectLst/>
                <a:latin typeface="+mn-lt"/>
                <a:ea typeface="+mn-ea"/>
                <a:cs typeface="+mn-cs"/>
              </a:rPr>
              <a:t>u</a:t>
            </a:r>
            <a:r>
              <a:rPr lang="en-US" sz="1200" b="1" i="1" kern="1200" dirty="0">
                <a:solidFill>
                  <a:schemeClr val="dk1"/>
                </a:solidFill>
                <a:effectLst/>
                <a:latin typeface="+mn-lt"/>
                <a:ea typeface="+mn-ea"/>
                <a:cs typeface="+mn-cs"/>
              </a:rPr>
              <a:t>sic</a:t>
            </a:r>
            <a:r>
              <a:rPr lang="en-US" sz="1200" b="0" i="0" kern="1200" dirty="0">
                <a:solidFill>
                  <a:schemeClr val="dk1"/>
                </a:solidFill>
                <a:effectLst/>
                <a:latin typeface="+mn-lt"/>
                <a:ea typeface="+mn-ea"/>
                <a:cs typeface="+mn-cs"/>
              </a:rPr>
              <a:t>.</a:t>
            </a:r>
          </a:p>
          <a:p>
            <a:endParaRPr lang="en-PH"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dk1"/>
                </a:solidFill>
                <a:effectLst/>
                <a:latin typeface="+mn-lt"/>
                <a:ea typeface="+mn-ea"/>
                <a:cs typeface="+mn-cs"/>
              </a:rPr>
              <a:t>In the word ”</a:t>
            </a:r>
            <a:r>
              <a:rPr lang="en-US" sz="1200" b="0" i="1" kern="1200" dirty="0">
                <a:solidFill>
                  <a:schemeClr val="dk1"/>
                </a:solidFill>
                <a:effectLst/>
                <a:latin typeface="+mn-lt"/>
                <a:ea typeface="+mn-ea"/>
                <a:cs typeface="+mn-cs"/>
              </a:rPr>
              <a:t>cute</a:t>
            </a:r>
            <a:r>
              <a:rPr lang="en-US" sz="1200" b="0" i="0" kern="1200" dirty="0">
                <a:solidFill>
                  <a:schemeClr val="dk1"/>
                </a:solidFill>
                <a:effectLst/>
                <a:latin typeface="+mn-lt"/>
                <a:ea typeface="+mn-ea"/>
                <a:cs typeface="+mn-cs"/>
              </a:rPr>
              <a:t>,” as in ”</a:t>
            </a:r>
            <a:r>
              <a:rPr lang="en-US" sz="1200" b="0" i="1" kern="1200" dirty="0">
                <a:solidFill>
                  <a:schemeClr val="dk1"/>
                </a:solidFill>
                <a:effectLst/>
                <a:latin typeface="+mn-lt"/>
                <a:ea typeface="+mn-ea"/>
                <a:cs typeface="+mn-cs"/>
              </a:rPr>
              <a:t>Emus are cute</a:t>
            </a:r>
            <a:r>
              <a:rPr lang="en-US" sz="1200" b="0" i="0" kern="1200" dirty="0">
                <a:solidFill>
                  <a:schemeClr val="dk1"/>
                </a:solidFill>
                <a:effectLst/>
                <a:latin typeface="+mn-lt"/>
                <a:ea typeface="+mn-ea"/>
                <a:cs typeface="+mn-cs"/>
              </a:rPr>
              <a:t>,” the long U sound is formed by adding </a:t>
            </a:r>
            <a:r>
              <a:rPr lang="en-US" sz="1200" b="0" i="0" u="none" strike="noStrike" kern="1200" dirty="0">
                <a:solidFill>
                  <a:schemeClr val="dk1"/>
                </a:solidFill>
                <a:effectLst/>
                <a:latin typeface="+mn-lt"/>
                <a:ea typeface="+mn-ea"/>
                <a:cs typeface="+mn-cs"/>
                <a:hlinkClick r:id="rId3" tooltip="undefined"/>
              </a:rPr>
              <a:t>Silent E</a:t>
            </a:r>
            <a:r>
              <a:rPr lang="en-US" sz="1200" b="0" i="0" kern="1200" dirty="0">
                <a:solidFill>
                  <a:schemeClr val="dk1"/>
                </a:solidFill>
                <a:effectLst/>
                <a:latin typeface="+mn-lt"/>
                <a:ea typeface="+mn-ea"/>
                <a:cs typeface="+mn-cs"/>
              </a:rPr>
              <a:t> at the end of the word. Here are more words in which Silent E makes the previous vowel long: </a:t>
            </a:r>
            <a:r>
              <a:rPr lang="en-US" sz="1200" b="1" i="1" kern="1200" dirty="0">
                <a:solidFill>
                  <a:schemeClr val="dk1"/>
                </a:solidFill>
                <a:effectLst/>
                <a:latin typeface="+mn-lt"/>
                <a:ea typeface="+mn-ea"/>
                <a:cs typeface="+mn-cs"/>
              </a:rPr>
              <a:t>t</a:t>
            </a:r>
            <a:r>
              <a:rPr lang="en-US" sz="1200" b="1" i="1" u="sng" kern="1200" dirty="0">
                <a:solidFill>
                  <a:schemeClr val="dk1"/>
                </a:solidFill>
                <a:effectLst/>
                <a:latin typeface="+mn-lt"/>
                <a:ea typeface="+mn-ea"/>
                <a:cs typeface="+mn-cs"/>
              </a:rPr>
              <a:t>a</a:t>
            </a:r>
            <a:r>
              <a:rPr lang="en-US" sz="1200" b="1" i="1" kern="1200" dirty="0">
                <a:solidFill>
                  <a:schemeClr val="dk1"/>
                </a:solidFill>
                <a:effectLst/>
                <a:latin typeface="+mn-lt"/>
                <a:ea typeface="+mn-ea"/>
                <a:cs typeface="+mn-cs"/>
              </a:rPr>
              <a:t>p</a:t>
            </a:r>
            <a:r>
              <a:rPr lang="en-US" sz="1200" b="1" i="1" u="sng" kern="1200" dirty="0">
                <a:solidFill>
                  <a:schemeClr val="dk1"/>
                </a:solidFill>
                <a:effectLst/>
                <a:latin typeface="+mn-lt"/>
                <a:ea typeface="+mn-ea"/>
                <a:cs typeface="+mn-cs"/>
              </a:rPr>
              <a:t>e</a:t>
            </a:r>
            <a:r>
              <a:rPr lang="en-US" sz="1200" b="1" i="1" kern="1200" dirty="0">
                <a:solidFill>
                  <a:schemeClr val="dk1"/>
                </a:solidFill>
                <a:effectLst/>
                <a:latin typeface="+mn-lt"/>
                <a:ea typeface="+mn-ea"/>
                <a:cs typeface="+mn-cs"/>
              </a:rPr>
              <a:t>, sh</a:t>
            </a:r>
            <a:r>
              <a:rPr lang="en-US" sz="1200" b="1" i="1" u="sng" kern="1200" dirty="0">
                <a:solidFill>
                  <a:schemeClr val="dk1"/>
                </a:solidFill>
                <a:effectLst/>
                <a:latin typeface="+mn-lt"/>
                <a:ea typeface="+mn-ea"/>
                <a:cs typeface="+mn-cs"/>
              </a:rPr>
              <a:t>i</a:t>
            </a:r>
            <a:r>
              <a:rPr lang="en-US" sz="1200" b="1" i="1" kern="1200" dirty="0">
                <a:solidFill>
                  <a:schemeClr val="dk1"/>
                </a:solidFill>
                <a:effectLst/>
                <a:latin typeface="+mn-lt"/>
                <a:ea typeface="+mn-ea"/>
                <a:cs typeface="+mn-cs"/>
              </a:rPr>
              <a:t>n</a:t>
            </a:r>
            <a:r>
              <a:rPr lang="en-US" sz="1200" b="1" i="1" u="sng" kern="1200" dirty="0">
                <a:solidFill>
                  <a:schemeClr val="dk1"/>
                </a:solidFill>
                <a:effectLst/>
                <a:latin typeface="+mn-lt"/>
                <a:ea typeface="+mn-ea"/>
                <a:cs typeface="+mn-cs"/>
              </a:rPr>
              <a:t>e</a:t>
            </a:r>
            <a:r>
              <a:rPr lang="en-US" sz="1200" b="1" i="1" kern="1200" dirty="0">
                <a:solidFill>
                  <a:schemeClr val="dk1"/>
                </a:solidFill>
                <a:effectLst/>
                <a:latin typeface="+mn-lt"/>
                <a:ea typeface="+mn-ea"/>
                <a:cs typeface="+mn-cs"/>
              </a:rPr>
              <a:t>, c</a:t>
            </a:r>
            <a:r>
              <a:rPr lang="en-US" sz="1200" b="1" i="1" u="sng" kern="1200" dirty="0">
                <a:solidFill>
                  <a:schemeClr val="dk1"/>
                </a:solidFill>
                <a:effectLst/>
                <a:latin typeface="+mn-lt"/>
                <a:ea typeface="+mn-ea"/>
                <a:cs typeface="+mn-cs"/>
              </a:rPr>
              <a:t>o</a:t>
            </a:r>
            <a:r>
              <a:rPr lang="en-US" sz="1200" b="1" i="1" kern="1200" dirty="0">
                <a:solidFill>
                  <a:schemeClr val="dk1"/>
                </a:solidFill>
                <a:effectLst/>
                <a:latin typeface="+mn-lt"/>
                <a:ea typeface="+mn-ea"/>
                <a:cs typeface="+mn-cs"/>
              </a:rPr>
              <a:t>d</a:t>
            </a:r>
            <a:r>
              <a:rPr lang="en-US" sz="1200" b="1" i="1" u="sng" kern="1200" dirty="0">
                <a:solidFill>
                  <a:schemeClr val="dk1"/>
                </a:solidFill>
                <a:effectLst/>
                <a:latin typeface="+mn-lt"/>
                <a:ea typeface="+mn-ea"/>
                <a:cs typeface="+mn-cs"/>
              </a:rPr>
              <a:t>e</a:t>
            </a:r>
            <a:r>
              <a:rPr lang="en-US" sz="1200" b="0" i="0" kern="1200" dirty="0">
                <a:solidFill>
                  <a:schemeClr val="dk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dk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22222"/>
                </a:solidFill>
                <a:effectLst/>
                <a:latin typeface="system-ui"/>
              </a:rPr>
              <a:t>Vowel teams are two vowels that work together to make one sound. For example, in the word </a:t>
            </a:r>
            <a:r>
              <a:rPr lang="en-US" b="0" i="1" dirty="0">
                <a:solidFill>
                  <a:srgbClr val="222222"/>
                </a:solidFill>
                <a:effectLst/>
                <a:latin typeface="system-ui"/>
              </a:rPr>
              <a:t>eat</a:t>
            </a:r>
            <a:r>
              <a:rPr lang="en-US" b="0" i="0" dirty="0">
                <a:solidFill>
                  <a:srgbClr val="222222"/>
                </a:solidFill>
                <a:effectLst/>
                <a:latin typeface="system-ui"/>
              </a:rPr>
              <a:t>, as in </a:t>
            </a:r>
            <a:r>
              <a:rPr lang="en-US" b="0" i="1" dirty="0">
                <a:solidFill>
                  <a:srgbClr val="222222"/>
                </a:solidFill>
                <a:effectLst/>
                <a:latin typeface="system-ui"/>
              </a:rPr>
              <a:t>Emus eat seeds</a:t>
            </a:r>
            <a:r>
              <a:rPr lang="en-US" b="0" i="0" dirty="0">
                <a:solidFill>
                  <a:srgbClr val="222222"/>
                </a:solidFill>
                <a:effectLst/>
                <a:latin typeface="system-ui"/>
              </a:rPr>
              <a:t>, vowel team EA says long E. These words have vowel teams that make a long vowel sound: </a:t>
            </a:r>
            <a:r>
              <a:rPr lang="en-US" b="1" i="1" dirty="0">
                <a:solidFill>
                  <a:srgbClr val="222222"/>
                </a:solidFill>
                <a:effectLst/>
                <a:latin typeface="system-ui"/>
              </a:rPr>
              <a:t>m</a:t>
            </a:r>
            <a:r>
              <a:rPr lang="en-US" b="1" i="1" u="sng" dirty="0">
                <a:solidFill>
                  <a:srgbClr val="222222"/>
                </a:solidFill>
                <a:effectLst/>
                <a:latin typeface="system-ui"/>
              </a:rPr>
              <a:t>ai</a:t>
            </a:r>
            <a:r>
              <a:rPr lang="en-US" b="1" i="1" dirty="0">
                <a:solidFill>
                  <a:srgbClr val="222222"/>
                </a:solidFill>
                <a:effectLst/>
                <a:latin typeface="system-ui"/>
              </a:rPr>
              <a:t>l, sh</a:t>
            </a:r>
            <a:r>
              <a:rPr lang="en-US" b="1" i="1" u="sng" dirty="0">
                <a:solidFill>
                  <a:srgbClr val="222222"/>
                </a:solidFill>
                <a:effectLst/>
                <a:latin typeface="system-ui"/>
              </a:rPr>
              <a:t>ee</a:t>
            </a:r>
            <a:r>
              <a:rPr lang="en-US" b="1" i="1" dirty="0">
                <a:solidFill>
                  <a:srgbClr val="222222"/>
                </a:solidFill>
                <a:effectLst/>
                <a:latin typeface="system-ui"/>
              </a:rPr>
              <a:t>p, s</a:t>
            </a:r>
            <a:r>
              <a:rPr lang="en-US" b="1" i="1" u="sng" dirty="0">
                <a:solidFill>
                  <a:srgbClr val="222222"/>
                </a:solidFill>
                <a:effectLst/>
                <a:latin typeface="system-ui"/>
              </a:rPr>
              <a:t>oa</a:t>
            </a:r>
            <a:r>
              <a:rPr lang="en-US" b="1" i="1" dirty="0">
                <a:solidFill>
                  <a:srgbClr val="222222"/>
                </a:solidFill>
                <a:effectLst/>
                <a:latin typeface="system-ui"/>
              </a:rPr>
              <a:t>p</a:t>
            </a:r>
            <a:r>
              <a:rPr lang="en-US" b="0" i="0" dirty="0">
                <a:solidFill>
                  <a:srgbClr val="222222"/>
                </a:solidFill>
                <a:effectLst/>
                <a:latin typeface="system-ui"/>
              </a:rPr>
              <a:t>.</a:t>
            </a:r>
            <a:endParaRPr lang="en-US" sz="1200" b="0" i="0" kern="1200" dirty="0">
              <a:solidFill>
                <a:schemeClr val="dk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dk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22222"/>
                </a:solidFill>
                <a:effectLst/>
                <a:latin typeface="system-ui"/>
              </a:rPr>
              <a:t>In the word ”</a:t>
            </a:r>
            <a:r>
              <a:rPr lang="en-US" b="0" i="1" dirty="0">
                <a:solidFill>
                  <a:srgbClr val="222222"/>
                </a:solidFill>
                <a:effectLst/>
                <a:latin typeface="system-ui"/>
              </a:rPr>
              <a:t>stroll</a:t>
            </a:r>
            <a:r>
              <a:rPr lang="en-US" b="0" i="0" dirty="0">
                <a:solidFill>
                  <a:srgbClr val="222222"/>
                </a:solidFill>
                <a:effectLst/>
                <a:latin typeface="system-ui"/>
              </a:rPr>
              <a:t>,” as in </a:t>
            </a:r>
            <a:r>
              <a:rPr lang="en-US" b="0" i="1" dirty="0">
                <a:solidFill>
                  <a:srgbClr val="222222"/>
                </a:solidFill>
                <a:effectLst/>
                <a:latin typeface="system-ui"/>
              </a:rPr>
              <a:t>The emu went for a stroll</a:t>
            </a:r>
            <a:r>
              <a:rPr lang="en-US" b="0" i="0" dirty="0">
                <a:solidFill>
                  <a:srgbClr val="222222"/>
                </a:solidFill>
                <a:effectLst/>
                <a:latin typeface="system-ui"/>
              </a:rPr>
              <a:t>, the letter O comes before two consonants and says its long vowel sound. In these words, I or O are long before two consonants: </a:t>
            </a:r>
            <a:r>
              <a:rPr lang="en-US" b="1" i="1" dirty="0">
                <a:solidFill>
                  <a:srgbClr val="222222"/>
                </a:solidFill>
                <a:effectLst/>
                <a:latin typeface="system-ui"/>
              </a:rPr>
              <a:t>k</a:t>
            </a:r>
            <a:r>
              <a:rPr lang="en-US" b="1" i="1" u="sng" dirty="0">
                <a:solidFill>
                  <a:srgbClr val="222222"/>
                </a:solidFill>
                <a:effectLst/>
                <a:latin typeface="system-ui"/>
              </a:rPr>
              <a:t>i</a:t>
            </a:r>
            <a:r>
              <a:rPr lang="en-US" b="1" i="1" dirty="0">
                <a:solidFill>
                  <a:srgbClr val="222222"/>
                </a:solidFill>
                <a:effectLst/>
                <a:latin typeface="system-ui"/>
              </a:rPr>
              <a:t>nd, g</a:t>
            </a:r>
            <a:r>
              <a:rPr lang="en-US" b="1" i="1" u="sng" dirty="0">
                <a:solidFill>
                  <a:srgbClr val="222222"/>
                </a:solidFill>
                <a:effectLst/>
                <a:latin typeface="system-ui"/>
              </a:rPr>
              <a:t>o</a:t>
            </a:r>
            <a:r>
              <a:rPr lang="en-US" b="1" i="1" dirty="0">
                <a:solidFill>
                  <a:srgbClr val="222222"/>
                </a:solidFill>
                <a:effectLst/>
                <a:latin typeface="system-ui"/>
              </a:rPr>
              <a:t>ld, ch</a:t>
            </a:r>
            <a:r>
              <a:rPr lang="en-US" b="1" i="1" u="sng" dirty="0">
                <a:solidFill>
                  <a:srgbClr val="222222"/>
                </a:solidFill>
                <a:effectLst/>
                <a:latin typeface="system-ui"/>
              </a:rPr>
              <a:t>i</a:t>
            </a:r>
            <a:r>
              <a:rPr lang="en-US" b="1" i="1" dirty="0">
                <a:solidFill>
                  <a:srgbClr val="222222"/>
                </a:solidFill>
                <a:effectLst/>
                <a:latin typeface="system-ui"/>
              </a:rPr>
              <a:t>ld</a:t>
            </a:r>
            <a:r>
              <a:rPr lang="en-US" b="0" i="0" dirty="0">
                <a:solidFill>
                  <a:srgbClr val="222222"/>
                </a:solidFill>
                <a:effectLst/>
                <a:latin typeface="system-ui"/>
              </a:rPr>
              <a:t>.</a:t>
            </a:r>
            <a:endParaRPr lang="en-US" sz="1200" b="0" i="0" kern="1200" dirty="0">
              <a:solidFill>
                <a:schemeClr val="dk1"/>
              </a:solidFill>
              <a:effectLst/>
              <a:latin typeface="+mn-lt"/>
              <a:ea typeface="+mn-ea"/>
              <a:cs typeface="+mn-cs"/>
            </a:endParaRPr>
          </a:p>
          <a:p>
            <a:endParaRPr lang="en-PH" dirty="0"/>
          </a:p>
        </p:txBody>
      </p:sp>
      <p:sp>
        <p:nvSpPr>
          <p:cNvPr id="4" name="Slide Number Placeholder 3"/>
          <p:cNvSpPr>
            <a:spLocks noGrp="1"/>
          </p:cNvSpPr>
          <p:nvPr>
            <p:ph type="sldNum" sz="quarter" idx="5"/>
          </p:nvPr>
        </p:nvSpPr>
        <p:spPr/>
        <p:txBody>
          <a:bodyPr/>
          <a:lstStyle/>
          <a:p>
            <a:fld id="{B262A795-6F94-4A96-B820-B9038480D048}" type="slidenum">
              <a:rPr lang="en-US" smtClean="0"/>
              <a:t>7</a:t>
            </a:fld>
            <a:endParaRPr lang="en-US" dirty="0"/>
          </a:p>
        </p:txBody>
      </p:sp>
    </p:spTree>
    <p:extLst>
      <p:ext uri="{BB962C8B-B14F-4D97-AF65-F5344CB8AC3E}">
        <p14:creationId xmlns:p14="http://schemas.microsoft.com/office/powerpoint/2010/main" val="15394311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B262A795-6F94-4A96-B820-B9038480D048}" type="slidenum">
              <a:rPr lang="en-US" smtClean="0"/>
              <a:t>8</a:t>
            </a:fld>
            <a:endParaRPr lang="en-US" dirty="0"/>
          </a:p>
        </p:txBody>
      </p:sp>
    </p:spTree>
    <p:extLst>
      <p:ext uri="{BB962C8B-B14F-4D97-AF65-F5344CB8AC3E}">
        <p14:creationId xmlns:p14="http://schemas.microsoft.com/office/powerpoint/2010/main" val="10394011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9CDB0-7C24-21B1-25DD-7DE3AABD5E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162A78-8C4A-F65A-14F9-7EAB0FA932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A5D4A1-4B73-ABF2-C5BC-D5605E2AC198}"/>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2591D15D-CBBD-941F-1C1C-7A0419DFE27A}"/>
              </a:ext>
            </a:extLst>
          </p:cNvPr>
          <p:cNvSpPr>
            <a:spLocks noGrp="1"/>
          </p:cNvSpPr>
          <p:nvPr>
            <p:ph type="sldNum" sz="quarter" idx="5"/>
          </p:nvPr>
        </p:nvSpPr>
        <p:spPr/>
        <p:txBody>
          <a:bodyPr/>
          <a:lstStyle/>
          <a:p>
            <a:fld id="{B262A795-6F94-4A96-B820-B9038480D048}" type="slidenum">
              <a:rPr lang="en-US" smtClean="0"/>
              <a:t>9</a:t>
            </a:fld>
            <a:endParaRPr lang="en-US" dirty="0"/>
          </a:p>
        </p:txBody>
      </p:sp>
    </p:spTree>
    <p:extLst>
      <p:ext uri="{BB962C8B-B14F-4D97-AF65-F5344CB8AC3E}">
        <p14:creationId xmlns:p14="http://schemas.microsoft.com/office/powerpoint/2010/main" val="17306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b="0" dirty="0"/>
              <a:t>Check understanding before proceeding to the next slide</a:t>
            </a:r>
            <a:endParaRPr lang="en-PH" dirty="0"/>
          </a:p>
        </p:txBody>
      </p:sp>
      <p:sp>
        <p:nvSpPr>
          <p:cNvPr id="4" name="Slide Number Placeholder 3"/>
          <p:cNvSpPr>
            <a:spLocks noGrp="1"/>
          </p:cNvSpPr>
          <p:nvPr>
            <p:ph type="sldNum" sz="quarter" idx="5"/>
          </p:nvPr>
        </p:nvSpPr>
        <p:spPr/>
        <p:txBody>
          <a:bodyPr/>
          <a:lstStyle/>
          <a:p>
            <a:fld id="{B262A795-6F94-4A96-B820-B9038480D048}" type="slidenum">
              <a:rPr lang="en-US" smtClean="0"/>
              <a:t>10</a:t>
            </a:fld>
            <a:endParaRPr lang="en-US" dirty="0"/>
          </a:p>
        </p:txBody>
      </p:sp>
    </p:spTree>
    <p:extLst>
      <p:ext uri="{BB962C8B-B14F-4D97-AF65-F5344CB8AC3E}">
        <p14:creationId xmlns:p14="http://schemas.microsoft.com/office/powerpoint/2010/main" val="38898542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B262A795-6F94-4A96-B820-B9038480D048}" type="slidenum">
              <a:rPr lang="en-US" smtClean="0"/>
              <a:t>11</a:t>
            </a:fld>
            <a:endParaRPr lang="en-US"/>
          </a:p>
        </p:txBody>
      </p:sp>
    </p:spTree>
    <p:extLst>
      <p:ext uri="{BB962C8B-B14F-4D97-AF65-F5344CB8AC3E}">
        <p14:creationId xmlns:p14="http://schemas.microsoft.com/office/powerpoint/2010/main" val="18896586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B262A795-6F94-4A96-B820-B9038480D048}" type="slidenum">
              <a:rPr lang="en-US" smtClean="0"/>
              <a:t>12</a:t>
            </a:fld>
            <a:endParaRPr lang="en-US"/>
          </a:p>
        </p:txBody>
      </p:sp>
    </p:spTree>
    <p:extLst>
      <p:ext uri="{BB962C8B-B14F-4D97-AF65-F5344CB8AC3E}">
        <p14:creationId xmlns:p14="http://schemas.microsoft.com/office/powerpoint/2010/main" val="1176365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B262A795-6F94-4A96-B820-B9038480D048}" type="slidenum">
              <a:rPr lang="en-US" smtClean="0"/>
              <a:t>13</a:t>
            </a:fld>
            <a:endParaRPr lang="en-US"/>
          </a:p>
        </p:txBody>
      </p:sp>
    </p:spTree>
    <p:extLst>
      <p:ext uri="{BB962C8B-B14F-4D97-AF65-F5344CB8AC3E}">
        <p14:creationId xmlns:p14="http://schemas.microsoft.com/office/powerpoint/2010/main" val="20726385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B262A795-6F94-4A96-B820-B9038480D048}" type="slidenum">
              <a:rPr lang="en-US" smtClean="0"/>
              <a:t>14</a:t>
            </a:fld>
            <a:endParaRPr lang="en-US"/>
          </a:p>
        </p:txBody>
      </p:sp>
    </p:spTree>
    <p:extLst>
      <p:ext uri="{BB962C8B-B14F-4D97-AF65-F5344CB8AC3E}">
        <p14:creationId xmlns:p14="http://schemas.microsoft.com/office/powerpoint/2010/main" val="20825664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b="1" dirty="0"/>
              <a:t>For the facilitator: </a:t>
            </a:r>
            <a:r>
              <a:rPr lang="en-PH" b="0" dirty="0"/>
              <a:t>check understanding before proceeding to the next slide</a:t>
            </a:r>
            <a:endParaRPr lang="en-PH" b="1" dirty="0"/>
          </a:p>
          <a:p>
            <a:r>
              <a:rPr lang="en-PH" b="0" dirty="0"/>
              <a:t>Focus on /p/ /f/ /b/ /v/ issues</a:t>
            </a:r>
          </a:p>
          <a:p>
            <a:endParaRPr lang="en-PH" b="0" dirty="0"/>
          </a:p>
          <a:p>
            <a:r>
              <a:rPr lang="en-PH" b="0" dirty="0"/>
              <a:t>Also, those with /h/ sound issues, some may pronounce the letter ‘h’ as ‘etch’</a:t>
            </a:r>
          </a:p>
          <a:p>
            <a:endParaRPr lang="en-PH" b="0" dirty="0"/>
          </a:p>
        </p:txBody>
      </p:sp>
      <p:sp>
        <p:nvSpPr>
          <p:cNvPr id="4" name="Slide Number Placeholder 3"/>
          <p:cNvSpPr>
            <a:spLocks noGrp="1"/>
          </p:cNvSpPr>
          <p:nvPr>
            <p:ph type="sldNum" sz="quarter" idx="5"/>
          </p:nvPr>
        </p:nvSpPr>
        <p:spPr/>
        <p:txBody>
          <a:bodyPr/>
          <a:lstStyle/>
          <a:p>
            <a:fld id="{B262A795-6F94-4A96-B820-B9038480D048}" type="slidenum">
              <a:rPr lang="en-US" smtClean="0"/>
              <a:t>16</a:t>
            </a:fld>
            <a:endParaRPr lang="en-US" dirty="0"/>
          </a:p>
        </p:txBody>
      </p:sp>
    </p:spTree>
    <p:extLst>
      <p:ext uri="{BB962C8B-B14F-4D97-AF65-F5344CB8AC3E}">
        <p14:creationId xmlns:p14="http://schemas.microsoft.com/office/powerpoint/2010/main" val="36736035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E6D18-5B4A-E549-481E-A7F8F5784D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AD9024-A710-5C60-4DC0-5CA8FD5D25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1EFA49-9EEB-CBE5-9AB7-8D3E92438F2C}"/>
              </a:ext>
            </a:extLst>
          </p:cNvPr>
          <p:cNvSpPr>
            <a:spLocks noGrp="1"/>
          </p:cNvSpPr>
          <p:nvPr>
            <p:ph type="body" idx="1"/>
          </p:nvPr>
        </p:nvSpPr>
        <p:spPr/>
        <p:txBody>
          <a:bodyPr/>
          <a:lstStyle/>
          <a:p>
            <a:r>
              <a:rPr lang="en-PH" b="1" dirty="0"/>
              <a:t>For the facilitator: </a:t>
            </a:r>
            <a:r>
              <a:rPr lang="en-PH" b="0" dirty="0"/>
              <a:t>check understanding before proceeding to the next slide</a:t>
            </a:r>
            <a:endParaRPr lang="en-PH" b="1" dirty="0"/>
          </a:p>
          <a:p>
            <a:r>
              <a:rPr lang="en-PH" b="0" dirty="0"/>
              <a:t>Focus on /p/ /f/ /b/ /v/ issues</a:t>
            </a:r>
          </a:p>
          <a:p>
            <a:endParaRPr lang="en-PH" b="0" dirty="0"/>
          </a:p>
          <a:p>
            <a:r>
              <a:rPr lang="en-PH" b="0" dirty="0"/>
              <a:t>Also, those with /h/ sound issues, some may pronounce the letter ‘h’ as ‘etch’</a:t>
            </a:r>
          </a:p>
          <a:p>
            <a:endParaRPr lang="en-PH" b="0" dirty="0"/>
          </a:p>
        </p:txBody>
      </p:sp>
      <p:sp>
        <p:nvSpPr>
          <p:cNvPr id="4" name="Slide Number Placeholder 3">
            <a:extLst>
              <a:ext uri="{FF2B5EF4-FFF2-40B4-BE49-F238E27FC236}">
                <a16:creationId xmlns:a16="http://schemas.microsoft.com/office/drawing/2014/main" id="{2C26BFB7-E4ED-AB23-761F-E880F5459771}"/>
              </a:ext>
            </a:extLst>
          </p:cNvPr>
          <p:cNvSpPr>
            <a:spLocks noGrp="1"/>
          </p:cNvSpPr>
          <p:nvPr>
            <p:ph type="sldNum" sz="quarter" idx="5"/>
          </p:nvPr>
        </p:nvSpPr>
        <p:spPr/>
        <p:txBody>
          <a:bodyPr/>
          <a:lstStyle/>
          <a:p>
            <a:fld id="{B262A795-6F94-4A96-B820-B9038480D048}" type="slidenum">
              <a:rPr lang="en-US" smtClean="0"/>
              <a:t>17</a:t>
            </a:fld>
            <a:endParaRPr lang="en-US" dirty="0"/>
          </a:p>
        </p:txBody>
      </p:sp>
    </p:spTree>
    <p:extLst>
      <p:ext uri="{BB962C8B-B14F-4D97-AF65-F5344CB8AC3E}">
        <p14:creationId xmlns:p14="http://schemas.microsoft.com/office/powerpoint/2010/main" val="40927008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b="1" dirty="0"/>
              <a:t>For the facilitator: </a:t>
            </a:r>
            <a:r>
              <a:rPr lang="en-PH" b="0" dirty="0"/>
              <a:t>check understanding before proceeding to the next slide</a:t>
            </a:r>
            <a:endParaRPr lang="en-PH" b="1" dirty="0"/>
          </a:p>
          <a:p>
            <a:r>
              <a:rPr lang="en-PH" b="0" dirty="0"/>
              <a:t>Focus on /p/ /f/ /b/ /v/ issues</a:t>
            </a:r>
          </a:p>
          <a:p>
            <a:endParaRPr lang="en-PH" b="0" dirty="0"/>
          </a:p>
          <a:p>
            <a:r>
              <a:rPr lang="en-PH" b="0" dirty="0"/>
              <a:t>Also, those with /h/ sound issues, some may pronounce the letter ‘h’ as ‘etch’</a:t>
            </a:r>
          </a:p>
          <a:p>
            <a:endParaRPr lang="en-PH" b="0" dirty="0"/>
          </a:p>
        </p:txBody>
      </p:sp>
      <p:sp>
        <p:nvSpPr>
          <p:cNvPr id="4" name="Slide Number Placeholder 3"/>
          <p:cNvSpPr>
            <a:spLocks noGrp="1"/>
          </p:cNvSpPr>
          <p:nvPr>
            <p:ph type="sldNum" sz="quarter" idx="5"/>
          </p:nvPr>
        </p:nvSpPr>
        <p:spPr/>
        <p:txBody>
          <a:bodyPr/>
          <a:lstStyle/>
          <a:p>
            <a:fld id="{B262A795-6F94-4A96-B820-B9038480D048}" type="slidenum">
              <a:rPr lang="en-US" smtClean="0"/>
              <a:t>18</a:t>
            </a:fld>
            <a:endParaRPr lang="en-US" dirty="0"/>
          </a:p>
        </p:txBody>
      </p:sp>
    </p:spTree>
    <p:extLst>
      <p:ext uri="{BB962C8B-B14F-4D97-AF65-F5344CB8AC3E}">
        <p14:creationId xmlns:p14="http://schemas.microsoft.com/office/powerpoint/2010/main" val="42047907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036E9-BBB1-0EBE-0659-2EC25048FE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00295-FC84-2B8E-AAC9-70BABAA2F6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876F76-9589-FB8F-60F6-8E19B7D857AD}"/>
              </a:ext>
            </a:extLst>
          </p:cNvPr>
          <p:cNvSpPr>
            <a:spLocks noGrp="1"/>
          </p:cNvSpPr>
          <p:nvPr>
            <p:ph type="body" idx="1"/>
          </p:nvPr>
        </p:nvSpPr>
        <p:spPr/>
        <p:txBody>
          <a:bodyPr/>
          <a:lstStyle/>
          <a:p>
            <a:r>
              <a:rPr lang="en-PH" b="1" dirty="0"/>
              <a:t>For the facilitator: </a:t>
            </a:r>
            <a:r>
              <a:rPr lang="en-PH" b="0" dirty="0"/>
              <a:t>check understanding before proceeding to the next slide</a:t>
            </a:r>
            <a:endParaRPr lang="en-PH" b="1" dirty="0"/>
          </a:p>
          <a:p>
            <a:r>
              <a:rPr lang="en-PH" b="0" dirty="0"/>
              <a:t>Focus on /p/ /f/ /b/ /v/ issues</a:t>
            </a:r>
          </a:p>
          <a:p>
            <a:endParaRPr lang="en-PH" b="0" dirty="0"/>
          </a:p>
          <a:p>
            <a:r>
              <a:rPr lang="en-PH" b="0" dirty="0"/>
              <a:t>Also, those with /h/ sound issues, some may pronounce the letter ‘h’ as ‘etch’</a:t>
            </a:r>
          </a:p>
          <a:p>
            <a:endParaRPr lang="en-PH" b="0" dirty="0"/>
          </a:p>
        </p:txBody>
      </p:sp>
      <p:sp>
        <p:nvSpPr>
          <p:cNvPr id="4" name="Slide Number Placeholder 3">
            <a:extLst>
              <a:ext uri="{FF2B5EF4-FFF2-40B4-BE49-F238E27FC236}">
                <a16:creationId xmlns:a16="http://schemas.microsoft.com/office/drawing/2014/main" id="{C95B175C-75BD-87EC-FB14-65B221F3EE3D}"/>
              </a:ext>
            </a:extLst>
          </p:cNvPr>
          <p:cNvSpPr>
            <a:spLocks noGrp="1"/>
          </p:cNvSpPr>
          <p:nvPr>
            <p:ph type="sldNum" sz="quarter" idx="5"/>
          </p:nvPr>
        </p:nvSpPr>
        <p:spPr/>
        <p:txBody>
          <a:bodyPr/>
          <a:lstStyle/>
          <a:p>
            <a:fld id="{B262A795-6F94-4A96-B820-B9038480D048}" type="slidenum">
              <a:rPr lang="en-US" smtClean="0"/>
              <a:t>19</a:t>
            </a:fld>
            <a:endParaRPr lang="en-US" dirty="0"/>
          </a:p>
        </p:txBody>
      </p:sp>
    </p:spTree>
    <p:extLst>
      <p:ext uri="{BB962C8B-B14F-4D97-AF65-F5344CB8AC3E}">
        <p14:creationId xmlns:p14="http://schemas.microsoft.com/office/powerpoint/2010/main" val="7138014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036E9-BBB1-0EBE-0659-2EC25048FE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00295-FC84-2B8E-AAC9-70BABAA2F6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876F76-9589-FB8F-60F6-8E19B7D857AD}"/>
              </a:ext>
            </a:extLst>
          </p:cNvPr>
          <p:cNvSpPr>
            <a:spLocks noGrp="1"/>
          </p:cNvSpPr>
          <p:nvPr>
            <p:ph type="body" idx="1"/>
          </p:nvPr>
        </p:nvSpPr>
        <p:spPr/>
        <p:txBody>
          <a:bodyPr/>
          <a:lstStyle/>
          <a:p>
            <a:r>
              <a:rPr lang="en-PH" b="1" dirty="0"/>
              <a:t>For the facilitator: </a:t>
            </a:r>
            <a:r>
              <a:rPr lang="en-PH" b="0" dirty="0"/>
              <a:t>check understanding before proceeding to the next slide</a:t>
            </a:r>
            <a:endParaRPr lang="en-PH" b="1" dirty="0"/>
          </a:p>
          <a:p>
            <a:r>
              <a:rPr lang="en-PH" b="0" dirty="0"/>
              <a:t>Focus on /p/ /f/ /b/ /v/ issues</a:t>
            </a:r>
          </a:p>
          <a:p>
            <a:endParaRPr lang="en-PH" b="0" dirty="0"/>
          </a:p>
          <a:p>
            <a:r>
              <a:rPr lang="en-PH" b="0" dirty="0"/>
              <a:t>Also, those with /h/ sound issues, some may pronounce the letter ‘h’ as ‘etch’</a:t>
            </a:r>
          </a:p>
          <a:p>
            <a:endParaRPr lang="en-PH" b="0" dirty="0"/>
          </a:p>
        </p:txBody>
      </p:sp>
      <p:sp>
        <p:nvSpPr>
          <p:cNvPr id="4" name="Slide Number Placeholder 3">
            <a:extLst>
              <a:ext uri="{FF2B5EF4-FFF2-40B4-BE49-F238E27FC236}">
                <a16:creationId xmlns:a16="http://schemas.microsoft.com/office/drawing/2014/main" id="{C95B175C-75BD-87EC-FB14-65B221F3EE3D}"/>
              </a:ext>
            </a:extLst>
          </p:cNvPr>
          <p:cNvSpPr>
            <a:spLocks noGrp="1"/>
          </p:cNvSpPr>
          <p:nvPr>
            <p:ph type="sldNum" sz="quarter" idx="5"/>
          </p:nvPr>
        </p:nvSpPr>
        <p:spPr/>
        <p:txBody>
          <a:bodyPr/>
          <a:lstStyle/>
          <a:p>
            <a:fld id="{B262A795-6F94-4A96-B820-B9038480D048}" type="slidenum">
              <a:rPr lang="en-US" smtClean="0"/>
              <a:t>20</a:t>
            </a:fld>
            <a:endParaRPr lang="en-US" dirty="0"/>
          </a:p>
        </p:txBody>
      </p:sp>
    </p:spTree>
    <p:extLst>
      <p:ext uri="{BB962C8B-B14F-4D97-AF65-F5344CB8AC3E}">
        <p14:creationId xmlns:p14="http://schemas.microsoft.com/office/powerpoint/2010/main" val="22385237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036E9-BBB1-0EBE-0659-2EC25048FE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00295-FC84-2B8E-AAC9-70BABAA2F6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876F76-9589-FB8F-60F6-8E19B7D857AD}"/>
              </a:ext>
            </a:extLst>
          </p:cNvPr>
          <p:cNvSpPr>
            <a:spLocks noGrp="1"/>
          </p:cNvSpPr>
          <p:nvPr>
            <p:ph type="body" idx="1"/>
          </p:nvPr>
        </p:nvSpPr>
        <p:spPr/>
        <p:txBody>
          <a:bodyPr/>
          <a:lstStyle/>
          <a:p>
            <a:r>
              <a:rPr lang="en-PH" b="1"/>
              <a:t>For the facilitator: </a:t>
            </a:r>
            <a:r>
              <a:rPr lang="en-PH" b="0"/>
              <a:t>check understanding before proceeding to the next slide</a:t>
            </a:r>
            <a:endParaRPr lang="en-PH" b="1"/>
          </a:p>
          <a:p>
            <a:r>
              <a:rPr lang="en-PH" b="0"/>
              <a:t>Focus on /p/ /f/ /b/ /v/ issues</a:t>
            </a:r>
          </a:p>
          <a:p>
            <a:endParaRPr lang="en-PH" b="0"/>
          </a:p>
          <a:p>
            <a:r>
              <a:rPr lang="en-PH" b="0"/>
              <a:t>Also, those with /h/ sound issues, some may pronounce the letter ‘h’ as ‘etch’</a:t>
            </a:r>
          </a:p>
          <a:p>
            <a:endParaRPr lang="en-PH" b="0"/>
          </a:p>
        </p:txBody>
      </p:sp>
      <p:sp>
        <p:nvSpPr>
          <p:cNvPr id="4" name="Slide Number Placeholder 3">
            <a:extLst>
              <a:ext uri="{FF2B5EF4-FFF2-40B4-BE49-F238E27FC236}">
                <a16:creationId xmlns:a16="http://schemas.microsoft.com/office/drawing/2014/main" id="{C95B175C-75BD-87EC-FB14-65B221F3EE3D}"/>
              </a:ext>
            </a:extLst>
          </p:cNvPr>
          <p:cNvSpPr>
            <a:spLocks noGrp="1"/>
          </p:cNvSpPr>
          <p:nvPr>
            <p:ph type="sldNum" sz="quarter" idx="5"/>
          </p:nvPr>
        </p:nvSpPr>
        <p:spPr/>
        <p:txBody>
          <a:bodyPr/>
          <a:lstStyle/>
          <a:p>
            <a:fld id="{B262A795-6F94-4A96-B820-B9038480D048}" type="slidenum">
              <a:rPr lang="en-US" smtClean="0"/>
              <a:t>21</a:t>
            </a:fld>
            <a:endParaRPr lang="en-US"/>
          </a:p>
        </p:txBody>
      </p:sp>
    </p:spTree>
    <p:extLst>
      <p:ext uri="{BB962C8B-B14F-4D97-AF65-F5344CB8AC3E}">
        <p14:creationId xmlns:p14="http://schemas.microsoft.com/office/powerpoint/2010/main" val="36259757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954CC-C89E-F180-4ED5-0CDBB993AA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817422-0B36-32D0-64CC-024C2524E8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9EB81D-3F22-4721-E7F0-79D1596589DF}"/>
              </a:ext>
            </a:extLst>
          </p:cNvPr>
          <p:cNvSpPr>
            <a:spLocks noGrp="1"/>
          </p:cNvSpPr>
          <p:nvPr>
            <p:ph type="body" idx="1"/>
          </p:nvPr>
        </p:nvSpPr>
        <p:spPr/>
        <p:txBody>
          <a:bodyPr/>
          <a:lstStyle/>
          <a:p>
            <a:r>
              <a:rPr lang="en-PH" b="1"/>
              <a:t>For the facilitator: </a:t>
            </a:r>
            <a:r>
              <a:rPr lang="en-PH" b="0"/>
              <a:t>check understanding before proceeding to the next slide</a:t>
            </a:r>
            <a:endParaRPr lang="en-PH" b="1"/>
          </a:p>
          <a:p>
            <a:r>
              <a:rPr lang="en-PH" b="0"/>
              <a:t>Focus on /p/ /f/ /b/ /v/ issues</a:t>
            </a:r>
          </a:p>
          <a:p>
            <a:endParaRPr lang="en-PH" b="0"/>
          </a:p>
          <a:p>
            <a:r>
              <a:rPr lang="en-PH" b="0"/>
              <a:t>Also, those with /h/ sound issues, some may pronounce the letter ‘h’ as ‘etch’</a:t>
            </a:r>
          </a:p>
          <a:p>
            <a:endParaRPr lang="en-PH" b="0"/>
          </a:p>
        </p:txBody>
      </p:sp>
      <p:sp>
        <p:nvSpPr>
          <p:cNvPr id="4" name="Slide Number Placeholder 3">
            <a:extLst>
              <a:ext uri="{FF2B5EF4-FFF2-40B4-BE49-F238E27FC236}">
                <a16:creationId xmlns:a16="http://schemas.microsoft.com/office/drawing/2014/main" id="{D117CEE3-72EC-CBCB-EE96-4EE66BAFDCCB}"/>
              </a:ext>
            </a:extLst>
          </p:cNvPr>
          <p:cNvSpPr>
            <a:spLocks noGrp="1"/>
          </p:cNvSpPr>
          <p:nvPr>
            <p:ph type="sldNum" sz="quarter" idx="5"/>
          </p:nvPr>
        </p:nvSpPr>
        <p:spPr/>
        <p:txBody>
          <a:bodyPr/>
          <a:lstStyle/>
          <a:p>
            <a:fld id="{B262A795-6F94-4A96-B820-B9038480D048}" type="slidenum">
              <a:rPr lang="en-US" smtClean="0"/>
              <a:t>23</a:t>
            </a:fld>
            <a:endParaRPr lang="en-US"/>
          </a:p>
        </p:txBody>
      </p:sp>
    </p:spTree>
    <p:extLst>
      <p:ext uri="{BB962C8B-B14F-4D97-AF65-F5344CB8AC3E}">
        <p14:creationId xmlns:p14="http://schemas.microsoft.com/office/powerpoint/2010/main" val="23234859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B262A795-6F94-4A96-B820-B9038480D048}" type="slidenum">
              <a:rPr lang="en-US" smtClean="0"/>
              <a:t>25</a:t>
            </a:fld>
            <a:endParaRPr lang="en-US"/>
          </a:p>
        </p:txBody>
      </p:sp>
    </p:spTree>
    <p:extLst>
      <p:ext uri="{BB962C8B-B14F-4D97-AF65-F5344CB8AC3E}">
        <p14:creationId xmlns:p14="http://schemas.microsoft.com/office/powerpoint/2010/main" val="33233433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a:solidFill>
                  <a:srgbClr val="000000"/>
                </a:solidFill>
                <a:effectLst/>
                <a:latin typeface="-apple-system"/>
              </a:rPr>
              <a:t>For the Facilitator:</a:t>
            </a:r>
          </a:p>
          <a:p>
            <a:r>
              <a:rPr lang="en-US" b="0" i="0">
                <a:solidFill>
                  <a:srgbClr val="000000"/>
                </a:solidFill>
                <a:effectLst/>
                <a:latin typeface="-apple-system"/>
              </a:rPr>
              <a:t>An r-controlled vowel is any vowel followed by an r. The r changes the sound that vowel makes.</a:t>
            </a:r>
          </a:p>
          <a:p>
            <a:pPr algn="l"/>
            <a:r>
              <a:rPr lang="en-US" b="0" i="0">
                <a:solidFill>
                  <a:srgbClr val="000000"/>
                </a:solidFill>
                <a:effectLst/>
                <a:latin typeface="-apple-system"/>
              </a:rPr>
              <a:t>R controlled vowels are often called “Bossy R” because the r takes over and makes the vowel make a new sound.</a:t>
            </a:r>
          </a:p>
          <a:p>
            <a:pPr algn="l"/>
            <a:r>
              <a:rPr lang="en-US" b="0" i="0">
                <a:solidFill>
                  <a:srgbClr val="000000"/>
                </a:solidFill>
                <a:effectLst/>
                <a:latin typeface="-apple-system"/>
              </a:rPr>
              <a:t>The</a:t>
            </a:r>
            <a:r>
              <a:rPr lang="en-US" b="0" i="1">
                <a:solidFill>
                  <a:srgbClr val="000000"/>
                </a:solidFill>
                <a:effectLst/>
                <a:latin typeface="-apple-system"/>
              </a:rPr>
              <a:t> er, </a:t>
            </a:r>
            <a:r>
              <a:rPr lang="en-US" b="0" i="1" err="1">
                <a:solidFill>
                  <a:srgbClr val="000000"/>
                </a:solidFill>
                <a:effectLst/>
                <a:latin typeface="-apple-system"/>
              </a:rPr>
              <a:t>ir</a:t>
            </a:r>
            <a:r>
              <a:rPr lang="en-US" b="0" i="1">
                <a:solidFill>
                  <a:srgbClr val="000000"/>
                </a:solidFill>
                <a:effectLst/>
                <a:latin typeface="-apple-system"/>
              </a:rPr>
              <a:t>,</a:t>
            </a:r>
            <a:r>
              <a:rPr lang="en-US" b="0" i="0">
                <a:solidFill>
                  <a:srgbClr val="000000"/>
                </a:solidFill>
                <a:effectLst/>
                <a:latin typeface="-apple-system"/>
              </a:rPr>
              <a:t> and </a:t>
            </a:r>
            <a:r>
              <a:rPr lang="en-US" b="0" i="1" err="1">
                <a:solidFill>
                  <a:srgbClr val="000000"/>
                </a:solidFill>
                <a:effectLst/>
                <a:latin typeface="-apple-system"/>
              </a:rPr>
              <a:t>ur</a:t>
            </a:r>
            <a:r>
              <a:rPr lang="en-US" b="0" i="1">
                <a:solidFill>
                  <a:srgbClr val="000000"/>
                </a:solidFill>
                <a:effectLst/>
                <a:latin typeface="-apple-system"/>
              </a:rPr>
              <a:t> </a:t>
            </a:r>
            <a:r>
              <a:rPr lang="en-US" b="0" i="0">
                <a:solidFill>
                  <a:srgbClr val="000000"/>
                </a:solidFill>
                <a:effectLst/>
                <a:latin typeface="-apple-system"/>
              </a:rPr>
              <a:t>all make the same sound /er/ as in </a:t>
            </a:r>
            <a:r>
              <a:rPr lang="en-US" b="0" i="1">
                <a:solidFill>
                  <a:srgbClr val="000000"/>
                </a:solidFill>
                <a:effectLst/>
                <a:latin typeface="-apple-system"/>
              </a:rPr>
              <a:t>her, bird,</a:t>
            </a:r>
            <a:r>
              <a:rPr lang="en-US" b="0" i="0">
                <a:solidFill>
                  <a:srgbClr val="000000"/>
                </a:solidFill>
                <a:effectLst/>
                <a:latin typeface="-apple-system"/>
              </a:rPr>
              <a:t> and </a:t>
            </a:r>
            <a:r>
              <a:rPr lang="en-US" b="0" i="1">
                <a:solidFill>
                  <a:srgbClr val="000000"/>
                </a:solidFill>
                <a:effectLst/>
                <a:latin typeface="-apple-system"/>
              </a:rPr>
              <a:t>fur</a:t>
            </a:r>
            <a:r>
              <a:rPr lang="en-US" b="0" i="0">
                <a:solidFill>
                  <a:srgbClr val="000000"/>
                </a:solidFill>
                <a:effectLst/>
                <a:latin typeface="-apple-system"/>
              </a:rPr>
              <a:t>.</a:t>
            </a:r>
          </a:p>
          <a:p>
            <a:pPr algn="l"/>
            <a:r>
              <a:rPr lang="en-US" b="0" i="0">
                <a:solidFill>
                  <a:srgbClr val="000000"/>
                </a:solidFill>
                <a:effectLst/>
                <a:latin typeface="-apple-system"/>
              </a:rPr>
              <a:t>But </a:t>
            </a:r>
            <a:r>
              <a:rPr lang="en-US" b="0" i="1" err="1">
                <a:solidFill>
                  <a:srgbClr val="000000"/>
                </a:solidFill>
                <a:effectLst/>
                <a:latin typeface="-apple-system"/>
              </a:rPr>
              <a:t>ar</a:t>
            </a:r>
            <a:r>
              <a:rPr lang="en-US" b="0" i="1">
                <a:solidFill>
                  <a:srgbClr val="000000"/>
                </a:solidFill>
                <a:effectLst/>
                <a:latin typeface="-apple-system"/>
              </a:rPr>
              <a:t> </a:t>
            </a:r>
            <a:r>
              <a:rPr lang="en-US" b="0" i="0">
                <a:solidFill>
                  <a:srgbClr val="000000"/>
                </a:solidFill>
                <a:effectLst/>
                <a:latin typeface="-apple-system"/>
              </a:rPr>
              <a:t>and </a:t>
            </a:r>
            <a:r>
              <a:rPr lang="en-US" b="0" i="1">
                <a:solidFill>
                  <a:srgbClr val="000000"/>
                </a:solidFill>
                <a:effectLst/>
                <a:latin typeface="-apple-system"/>
              </a:rPr>
              <a:t>or </a:t>
            </a:r>
            <a:r>
              <a:rPr lang="en-US" b="0" i="0">
                <a:solidFill>
                  <a:srgbClr val="000000"/>
                </a:solidFill>
                <a:effectLst/>
                <a:latin typeface="-apple-system"/>
              </a:rPr>
              <a:t>are a little different, as they have more than one sound.</a:t>
            </a:r>
          </a:p>
          <a:p>
            <a:pPr algn="l"/>
            <a:r>
              <a:rPr lang="en-US" b="0" i="1" err="1">
                <a:solidFill>
                  <a:srgbClr val="000000"/>
                </a:solidFill>
                <a:effectLst/>
                <a:latin typeface="-apple-system"/>
              </a:rPr>
              <a:t>Ar</a:t>
            </a:r>
            <a:r>
              <a:rPr lang="en-US" b="0" i="0">
                <a:solidFill>
                  <a:srgbClr val="000000"/>
                </a:solidFill>
                <a:effectLst/>
                <a:latin typeface="-apple-system"/>
              </a:rPr>
              <a:t> usually makes the sound in </a:t>
            </a:r>
            <a:r>
              <a:rPr lang="en-US" b="0" i="1">
                <a:solidFill>
                  <a:srgbClr val="000000"/>
                </a:solidFill>
                <a:effectLst/>
                <a:latin typeface="-apple-system"/>
              </a:rPr>
              <a:t>car</a:t>
            </a:r>
            <a:r>
              <a:rPr lang="en-US" b="0" i="0">
                <a:solidFill>
                  <a:srgbClr val="000000"/>
                </a:solidFill>
                <a:effectLst/>
                <a:latin typeface="-apple-system"/>
              </a:rPr>
              <a:t>, but can also make the sound in </a:t>
            </a:r>
            <a:r>
              <a:rPr lang="en-US" b="0" i="1">
                <a:solidFill>
                  <a:srgbClr val="000000"/>
                </a:solidFill>
                <a:effectLst/>
                <a:latin typeface="-apple-system"/>
              </a:rPr>
              <a:t>beggar </a:t>
            </a:r>
            <a:r>
              <a:rPr lang="en-US" b="0" i="0">
                <a:solidFill>
                  <a:srgbClr val="000000"/>
                </a:solidFill>
                <a:effectLst/>
                <a:latin typeface="-apple-system"/>
              </a:rPr>
              <a:t>and </a:t>
            </a:r>
            <a:r>
              <a:rPr lang="en-US" b="0" i="1">
                <a:solidFill>
                  <a:srgbClr val="000000"/>
                </a:solidFill>
                <a:effectLst/>
                <a:latin typeface="-apple-system"/>
              </a:rPr>
              <a:t>arrow</a:t>
            </a:r>
            <a:r>
              <a:rPr lang="en-US" b="0" i="0">
                <a:solidFill>
                  <a:srgbClr val="000000"/>
                </a:solidFill>
                <a:effectLst/>
                <a:latin typeface="-apple-system"/>
              </a:rPr>
              <a:t>.</a:t>
            </a:r>
          </a:p>
          <a:p>
            <a:pPr algn="l"/>
            <a:r>
              <a:rPr lang="en-US" b="0" i="1">
                <a:solidFill>
                  <a:srgbClr val="000000"/>
                </a:solidFill>
                <a:effectLst/>
                <a:latin typeface="-apple-system"/>
              </a:rPr>
              <a:t>Or</a:t>
            </a:r>
            <a:r>
              <a:rPr lang="en-US" b="0" i="0">
                <a:solidFill>
                  <a:srgbClr val="000000"/>
                </a:solidFill>
                <a:effectLst/>
                <a:latin typeface="-apple-system"/>
              </a:rPr>
              <a:t> usually makes the sound in </a:t>
            </a:r>
            <a:r>
              <a:rPr lang="en-US" b="0" i="1">
                <a:solidFill>
                  <a:srgbClr val="000000"/>
                </a:solidFill>
                <a:effectLst/>
                <a:latin typeface="-apple-system"/>
              </a:rPr>
              <a:t>corn</a:t>
            </a:r>
            <a:r>
              <a:rPr lang="en-US" b="0" i="0">
                <a:solidFill>
                  <a:srgbClr val="000000"/>
                </a:solidFill>
                <a:effectLst/>
                <a:latin typeface="-apple-system"/>
              </a:rPr>
              <a:t>, but can also make the /er/ sound as in the word </a:t>
            </a:r>
            <a:r>
              <a:rPr lang="en-US" b="0" i="1">
                <a:solidFill>
                  <a:srgbClr val="000000"/>
                </a:solidFill>
                <a:effectLst/>
                <a:latin typeface="-apple-system"/>
              </a:rPr>
              <a:t>doctor</a:t>
            </a:r>
            <a:r>
              <a:rPr lang="en-US" b="0" i="0">
                <a:solidFill>
                  <a:srgbClr val="000000"/>
                </a:solidFill>
                <a:effectLst/>
                <a:latin typeface="-apple-system"/>
              </a:rPr>
              <a:t>.</a:t>
            </a:r>
          </a:p>
          <a:p>
            <a:endParaRPr lang="en-US" b="0" i="0">
              <a:solidFill>
                <a:srgbClr val="000000"/>
              </a:solidFill>
              <a:effectLst/>
              <a:latin typeface="-apple-system"/>
            </a:endParaRPr>
          </a:p>
          <a:p>
            <a:endParaRPr lang="en-US" b="0" i="0">
              <a:solidFill>
                <a:srgbClr val="000000"/>
              </a:solidFill>
              <a:effectLst/>
              <a:latin typeface="-apple-system"/>
            </a:endParaRPr>
          </a:p>
          <a:p>
            <a:r>
              <a:rPr lang="en-US" b="0" i="0">
                <a:solidFill>
                  <a:srgbClr val="000000"/>
                </a:solidFill>
                <a:effectLst/>
                <a:latin typeface="-apple-system"/>
              </a:rPr>
              <a:t>This is a syllable with an r controlled vowel. An r-combination syllable always has at least one vowel followed by</a:t>
            </a:r>
            <a:r>
              <a:rPr lang="en-US" b="0" i="1">
                <a:solidFill>
                  <a:srgbClr val="000000"/>
                </a:solidFill>
                <a:effectLst/>
                <a:latin typeface="-apple-system"/>
              </a:rPr>
              <a:t> r</a:t>
            </a:r>
            <a:r>
              <a:rPr lang="en-US" b="0" i="0">
                <a:solidFill>
                  <a:srgbClr val="000000"/>
                </a:solidFill>
                <a:effectLst/>
                <a:latin typeface="-apple-system"/>
              </a:rPr>
              <a:t> (</a:t>
            </a:r>
            <a:r>
              <a:rPr lang="en-US" b="0" i="1" err="1">
                <a:solidFill>
                  <a:srgbClr val="000000"/>
                </a:solidFill>
                <a:effectLst/>
                <a:latin typeface="-apple-system"/>
              </a:rPr>
              <a:t>ar</a:t>
            </a:r>
            <a:r>
              <a:rPr lang="en-US" b="0" i="1">
                <a:solidFill>
                  <a:srgbClr val="000000"/>
                </a:solidFill>
                <a:effectLst/>
                <a:latin typeface="-apple-system"/>
              </a:rPr>
              <a:t>, er, </a:t>
            </a:r>
            <a:r>
              <a:rPr lang="en-US" b="0" i="1" err="1">
                <a:solidFill>
                  <a:srgbClr val="000000"/>
                </a:solidFill>
                <a:effectLst/>
                <a:latin typeface="-apple-system"/>
              </a:rPr>
              <a:t>ir</a:t>
            </a:r>
            <a:r>
              <a:rPr lang="en-US" b="0" i="1">
                <a:solidFill>
                  <a:srgbClr val="000000"/>
                </a:solidFill>
                <a:effectLst/>
                <a:latin typeface="-apple-system"/>
              </a:rPr>
              <a:t>, or ,</a:t>
            </a:r>
            <a:r>
              <a:rPr lang="en-US" b="0" i="1" err="1">
                <a:solidFill>
                  <a:srgbClr val="000000"/>
                </a:solidFill>
                <a:effectLst/>
                <a:latin typeface="-apple-system"/>
              </a:rPr>
              <a:t>ur</a:t>
            </a:r>
            <a:r>
              <a:rPr lang="en-US" b="0" i="1">
                <a:solidFill>
                  <a:srgbClr val="000000"/>
                </a:solidFill>
                <a:effectLst/>
                <a:latin typeface="-apple-system"/>
              </a:rPr>
              <a:t>, ear</a:t>
            </a:r>
            <a:r>
              <a:rPr lang="en-US" b="0" i="0">
                <a:solidFill>
                  <a:srgbClr val="000000"/>
                </a:solidFill>
                <a:effectLst/>
                <a:latin typeface="-apple-system"/>
              </a:rPr>
              <a:t>).</a:t>
            </a:r>
            <a:endParaRPr lang="en-PH"/>
          </a:p>
        </p:txBody>
      </p:sp>
      <p:sp>
        <p:nvSpPr>
          <p:cNvPr id="4" name="Slide Number Placeholder 3"/>
          <p:cNvSpPr>
            <a:spLocks noGrp="1"/>
          </p:cNvSpPr>
          <p:nvPr>
            <p:ph type="sldNum" sz="quarter" idx="5"/>
          </p:nvPr>
        </p:nvSpPr>
        <p:spPr/>
        <p:txBody>
          <a:bodyPr/>
          <a:lstStyle/>
          <a:p>
            <a:fld id="{B262A795-6F94-4A96-B820-B9038480D048}" type="slidenum">
              <a:rPr lang="en-US" smtClean="0"/>
              <a:t>28</a:t>
            </a:fld>
            <a:endParaRPr lang="en-US"/>
          </a:p>
        </p:txBody>
      </p:sp>
    </p:spTree>
    <p:extLst>
      <p:ext uri="{BB962C8B-B14F-4D97-AF65-F5344CB8AC3E}">
        <p14:creationId xmlns:p14="http://schemas.microsoft.com/office/powerpoint/2010/main" val="13701239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b="1"/>
              <a:t>For the Facilitator: </a:t>
            </a:r>
            <a:r>
              <a:rPr lang="en-PH" b="0"/>
              <a:t>check understanding before proceeding to the next slide</a:t>
            </a:r>
            <a:endParaRPr lang="en-PH" b="1"/>
          </a:p>
          <a:p>
            <a:r>
              <a:rPr lang="en-PH" b="0"/>
              <a:t>A good time to practice those with spelling issues</a:t>
            </a:r>
          </a:p>
        </p:txBody>
      </p:sp>
      <p:sp>
        <p:nvSpPr>
          <p:cNvPr id="4" name="Slide Number Placeholder 3"/>
          <p:cNvSpPr>
            <a:spLocks noGrp="1"/>
          </p:cNvSpPr>
          <p:nvPr>
            <p:ph type="sldNum" sz="quarter" idx="5"/>
          </p:nvPr>
        </p:nvSpPr>
        <p:spPr/>
        <p:txBody>
          <a:bodyPr/>
          <a:lstStyle/>
          <a:p>
            <a:fld id="{B262A795-6F94-4A96-B820-B9038480D048}" type="slidenum">
              <a:rPr lang="en-US" smtClean="0"/>
              <a:t>29</a:t>
            </a:fld>
            <a:endParaRPr lang="en-US"/>
          </a:p>
        </p:txBody>
      </p:sp>
    </p:spTree>
    <p:extLst>
      <p:ext uri="{BB962C8B-B14F-4D97-AF65-F5344CB8AC3E}">
        <p14:creationId xmlns:p14="http://schemas.microsoft.com/office/powerpoint/2010/main" val="18248528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F253E-45EC-3189-A119-A0761083BA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370EFF-1DF7-492C-950D-729EFE432E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3F02DC-E297-B1A5-D28B-797E9E89B04F}"/>
              </a:ext>
            </a:extLst>
          </p:cNvPr>
          <p:cNvSpPr>
            <a:spLocks noGrp="1"/>
          </p:cNvSpPr>
          <p:nvPr>
            <p:ph type="body" idx="1"/>
          </p:nvPr>
        </p:nvSpPr>
        <p:spPr/>
        <p:txBody>
          <a:bodyPr/>
          <a:lstStyle/>
          <a:p>
            <a:r>
              <a:rPr lang="en-PH" b="1"/>
              <a:t>For the Facilitator: </a:t>
            </a:r>
            <a:r>
              <a:rPr lang="en-PH" b="0"/>
              <a:t>check understanding before proceeding to the next slide</a:t>
            </a:r>
            <a:endParaRPr lang="en-PH" b="1"/>
          </a:p>
          <a:p>
            <a:r>
              <a:rPr lang="en-PH" b="0"/>
              <a:t>A good time to practice those with spelling issues</a:t>
            </a:r>
          </a:p>
        </p:txBody>
      </p:sp>
      <p:sp>
        <p:nvSpPr>
          <p:cNvPr id="4" name="Slide Number Placeholder 3">
            <a:extLst>
              <a:ext uri="{FF2B5EF4-FFF2-40B4-BE49-F238E27FC236}">
                <a16:creationId xmlns:a16="http://schemas.microsoft.com/office/drawing/2014/main" id="{7F19F0D1-0700-2AA8-8CD7-7D0D927CDCFD}"/>
              </a:ext>
            </a:extLst>
          </p:cNvPr>
          <p:cNvSpPr>
            <a:spLocks noGrp="1"/>
          </p:cNvSpPr>
          <p:nvPr>
            <p:ph type="sldNum" sz="quarter" idx="5"/>
          </p:nvPr>
        </p:nvSpPr>
        <p:spPr/>
        <p:txBody>
          <a:bodyPr/>
          <a:lstStyle/>
          <a:p>
            <a:fld id="{B262A795-6F94-4A96-B820-B9038480D048}" type="slidenum">
              <a:rPr lang="en-US" smtClean="0"/>
              <a:t>30</a:t>
            </a:fld>
            <a:endParaRPr lang="en-US"/>
          </a:p>
        </p:txBody>
      </p:sp>
    </p:spTree>
    <p:extLst>
      <p:ext uri="{BB962C8B-B14F-4D97-AF65-F5344CB8AC3E}">
        <p14:creationId xmlns:p14="http://schemas.microsoft.com/office/powerpoint/2010/main" val="1087143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b="1"/>
              <a:t>For the Facilitator: </a:t>
            </a:r>
            <a:r>
              <a:rPr lang="en-PH" b="0"/>
              <a:t>check understanding before proceeding to the next slide</a:t>
            </a:r>
            <a:endParaRPr lang="en-PH" b="1"/>
          </a:p>
          <a:p>
            <a:r>
              <a:rPr lang="en-PH" b="0"/>
              <a:t>A good time to practice those with spelling issues</a:t>
            </a:r>
          </a:p>
        </p:txBody>
      </p:sp>
      <p:sp>
        <p:nvSpPr>
          <p:cNvPr id="4" name="Slide Number Placeholder 3"/>
          <p:cNvSpPr>
            <a:spLocks noGrp="1"/>
          </p:cNvSpPr>
          <p:nvPr>
            <p:ph type="sldNum" sz="quarter" idx="5"/>
          </p:nvPr>
        </p:nvSpPr>
        <p:spPr/>
        <p:txBody>
          <a:bodyPr/>
          <a:lstStyle/>
          <a:p>
            <a:fld id="{B262A795-6F94-4A96-B820-B9038480D048}" type="slidenum">
              <a:rPr lang="en-US" smtClean="0"/>
              <a:t>31</a:t>
            </a:fld>
            <a:endParaRPr lang="en-US"/>
          </a:p>
        </p:txBody>
      </p:sp>
    </p:spTree>
    <p:extLst>
      <p:ext uri="{BB962C8B-B14F-4D97-AF65-F5344CB8AC3E}">
        <p14:creationId xmlns:p14="http://schemas.microsoft.com/office/powerpoint/2010/main" val="5713632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b="1"/>
              <a:t>For the Facilitator: </a:t>
            </a:r>
            <a:r>
              <a:rPr lang="en-PH"/>
              <a:t>DEMONSTRATE proper breathing techniques</a:t>
            </a:r>
            <a:endParaRPr lang="en-PH" b="1"/>
          </a:p>
          <a:p>
            <a:endParaRPr lang="en-PH" b="0">
              <a:cs typeface="Calibri"/>
            </a:endParaRPr>
          </a:p>
        </p:txBody>
      </p:sp>
      <p:sp>
        <p:nvSpPr>
          <p:cNvPr id="4" name="Slide Number Placeholder 3"/>
          <p:cNvSpPr>
            <a:spLocks noGrp="1"/>
          </p:cNvSpPr>
          <p:nvPr>
            <p:ph type="sldNum" sz="quarter" idx="5"/>
          </p:nvPr>
        </p:nvSpPr>
        <p:spPr/>
        <p:txBody>
          <a:bodyPr/>
          <a:lstStyle/>
          <a:p>
            <a:fld id="{B262A795-6F94-4A96-B820-B9038480D048}" type="slidenum">
              <a:rPr lang="en-US" smtClean="0"/>
              <a:t>32</a:t>
            </a:fld>
            <a:endParaRPr lang="en-US"/>
          </a:p>
        </p:txBody>
      </p:sp>
    </p:spTree>
    <p:extLst>
      <p:ext uri="{BB962C8B-B14F-4D97-AF65-F5344CB8AC3E}">
        <p14:creationId xmlns:p14="http://schemas.microsoft.com/office/powerpoint/2010/main" val="2187707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b="1"/>
              <a:t>For the Facilitator: </a:t>
            </a:r>
            <a:r>
              <a:rPr lang="en-PH"/>
              <a:t>Demonstrate proper breathing techniques; tell about a dentist appointment, to open the mouth wide enough...say </a:t>
            </a:r>
            <a:r>
              <a:rPr lang="en-PH" err="1"/>
              <a:t>ahhhh</a:t>
            </a:r>
            <a:endParaRPr lang="en-PH" b="1" err="1">
              <a:cs typeface="Calibri" panose="020F0502020204030204"/>
            </a:endParaRPr>
          </a:p>
        </p:txBody>
      </p:sp>
      <p:sp>
        <p:nvSpPr>
          <p:cNvPr id="4" name="Slide Number Placeholder 3"/>
          <p:cNvSpPr>
            <a:spLocks noGrp="1"/>
          </p:cNvSpPr>
          <p:nvPr>
            <p:ph type="sldNum" sz="quarter" idx="5"/>
          </p:nvPr>
        </p:nvSpPr>
        <p:spPr/>
        <p:txBody>
          <a:bodyPr/>
          <a:lstStyle/>
          <a:p>
            <a:fld id="{B262A795-6F94-4A96-B820-B9038480D048}" type="slidenum">
              <a:rPr lang="en-US" smtClean="0"/>
              <a:t>33</a:t>
            </a:fld>
            <a:endParaRPr lang="en-US"/>
          </a:p>
        </p:txBody>
      </p:sp>
    </p:spTree>
    <p:extLst>
      <p:ext uri="{BB962C8B-B14F-4D97-AF65-F5344CB8AC3E}">
        <p14:creationId xmlns:p14="http://schemas.microsoft.com/office/powerpoint/2010/main" val="22297485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b="1"/>
              <a:t>For the Facilitator: </a:t>
            </a:r>
            <a:r>
              <a:rPr lang="en-PH" b="0"/>
              <a:t>check understanding before proceeding to the next slide</a:t>
            </a:r>
            <a:endParaRPr lang="en-PH" b="1"/>
          </a:p>
          <a:p>
            <a:pPr marL="171450" indent="-171450">
              <a:buFont typeface="Calibri"/>
              <a:buChar char="•"/>
            </a:pPr>
            <a:r>
              <a:rPr lang="en-US"/>
              <a:t>Inhale through the nostrils, exhale through the mouth. </a:t>
            </a:r>
            <a:endParaRPr lang="en-PH"/>
          </a:p>
          <a:p>
            <a:pPr marL="171450" indent="-171450">
              <a:buFont typeface="Calibri"/>
              <a:buChar char="•"/>
            </a:pPr>
            <a:r>
              <a:rPr lang="en-US"/>
              <a:t>Take one deep breath and hum while exhaling</a:t>
            </a:r>
            <a:endParaRPr lang="en-PH"/>
          </a:p>
          <a:p>
            <a:pPr marL="171450" indent="-171450">
              <a:buFont typeface="Calibri"/>
              <a:buChar char="•"/>
            </a:pPr>
            <a:r>
              <a:rPr lang="en-US"/>
              <a:t>Take a deep breath and see how far you can read through this grouping of words. Make sure </a:t>
            </a:r>
            <a:r>
              <a:rPr lang="en-US" b="0"/>
              <a:t>to </a:t>
            </a:r>
            <a:r>
              <a:rPr lang="en-US"/>
              <a:t>interpret as you convey meaning and clarity.</a:t>
            </a:r>
            <a:endParaRPr lang="en-PH"/>
          </a:p>
          <a:p>
            <a:endParaRPr lang="en-PH" b="0">
              <a:cs typeface="Calibri"/>
            </a:endParaRPr>
          </a:p>
        </p:txBody>
      </p:sp>
      <p:sp>
        <p:nvSpPr>
          <p:cNvPr id="4" name="Slide Number Placeholder 3"/>
          <p:cNvSpPr>
            <a:spLocks noGrp="1"/>
          </p:cNvSpPr>
          <p:nvPr>
            <p:ph type="sldNum" sz="quarter" idx="5"/>
          </p:nvPr>
        </p:nvSpPr>
        <p:spPr/>
        <p:txBody>
          <a:bodyPr/>
          <a:lstStyle/>
          <a:p>
            <a:fld id="{B262A795-6F94-4A96-B820-B9038480D048}" type="slidenum">
              <a:rPr lang="en-US" smtClean="0"/>
              <a:t>34</a:t>
            </a:fld>
            <a:endParaRPr lang="en-US"/>
          </a:p>
        </p:txBody>
      </p:sp>
    </p:spTree>
    <p:extLst>
      <p:ext uri="{BB962C8B-B14F-4D97-AF65-F5344CB8AC3E}">
        <p14:creationId xmlns:p14="http://schemas.microsoft.com/office/powerpoint/2010/main" val="19306367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b="1"/>
              <a:t>For the Facilitator: </a:t>
            </a:r>
          </a:p>
          <a:p>
            <a:r>
              <a:rPr lang="en-PH">
                <a:cs typeface="Calibri" panose="020F0502020204030204"/>
              </a:rPr>
              <a:t>Check the candidates and watch out for mispronounced ah sound</a:t>
            </a:r>
          </a:p>
        </p:txBody>
      </p:sp>
      <p:sp>
        <p:nvSpPr>
          <p:cNvPr id="4" name="Slide Number Placeholder 3"/>
          <p:cNvSpPr>
            <a:spLocks noGrp="1"/>
          </p:cNvSpPr>
          <p:nvPr>
            <p:ph type="sldNum" sz="quarter" idx="5"/>
          </p:nvPr>
        </p:nvSpPr>
        <p:spPr/>
        <p:txBody>
          <a:bodyPr/>
          <a:lstStyle/>
          <a:p>
            <a:fld id="{B262A795-6F94-4A96-B820-B9038480D048}" type="slidenum">
              <a:rPr lang="en-US" smtClean="0"/>
              <a:t>35</a:t>
            </a:fld>
            <a:endParaRPr lang="en-US"/>
          </a:p>
        </p:txBody>
      </p:sp>
    </p:spTree>
    <p:extLst>
      <p:ext uri="{BB962C8B-B14F-4D97-AF65-F5344CB8AC3E}">
        <p14:creationId xmlns:p14="http://schemas.microsoft.com/office/powerpoint/2010/main" val="32227712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b="1"/>
              <a:t>For the Facilitator: </a:t>
            </a:r>
            <a:r>
              <a:rPr lang="en-PH" b="0"/>
              <a:t>check understanding before proceeding to the next slide</a:t>
            </a:r>
            <a:endParaRPr lang="en-PH" b="1"/>
          </a:p>
          <a:p>
            <a:r>
              <a:rPr lang="en-US" b="1"/>
              <a:t>These words have diphthongs, which require the jaw to be open at the beginning of the word, shifting to a more closed position at the end:</a:t>
            </a:r>
            <a:endParaRPr lang="en-PH"/>
          </a:p>
        </p:txBody>
      </p:sp>
      <p:sp>
        <p:nvSpPr>
          <p:cNvPr id="4" name="Slide Number Placeholder 3"/>
          <p:cNvSpPr>
            <a:spLocks noGrp="1"/>
          </p:cNvSpPr>
          <p:nvPr>
            <p:ph type="sldNum" sz="quarter" idx="5"/>
          </p:nvPr>
        </p:nvSpPr>
        <p:spPr/>
        <p:txBody>
          <a:bodyPr/>
          <a:lstStyle/>
          <a:p>
            <a:fld id="{B262A795-6F94-4A96-B820-B9038480D048}" type="slidenum">
              <a:rPr lang="en-US" smtClean="0"/>
              <a:t>36</a:t>
            </a:fld>
            <a:endParaRPr lang="en-US"/>
          </a:p>
        </p:txBody>
      </p:sp>
    </p:spTree>
    <p:extLst>
      <p:ext uri="{BB962C8B-B14F-4D97-AF65-F5344CB8AC3E}">
        <p14:creationId xmlns:p14="http://schemas.microsoft.com/office/powerpoint/2010/main" val="5181594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b="1"/>
              <a:t>For the Facilitator: </a:t>
            </a:r>
            <a:endParaRPr lang="en-PH">
              <a:cs typeface="Calibri"/>
            </a:endParaRPr>
          </a:p>
          <a:p>
            <a:r>
              <a:rPr lang="en-US" b="1"/>
              <a:t>Repeat the following clearly, stretching the mouth or lips, opening the mouth wide enough to produce the /ah/ sound and the tongue should be sticking out between the upper and lower teeth to produce the /</a:t>
            </a:r>
            <a:r>
              <a:rPr lang="en-US" b="1" err="1"/>
              <a:t>th</a:t>
            </a:r>
            <a:r>
              <a:rPr lang="en-US" b="1"/>
              <a:t>/ sounds.</a:t>
            </a:r>
            <a:endParaRPr lang="en-PH"/>
          </a:p>
        </p:txBody>
      </p:sp>
      <p:sp>
        <p:nvSpPr>
          <p:cNvPr id="4" name="Slide Number Placeholder 3"/>
          <p:cNvSpPr>
            <a:spLocks noGrp="1"/>
          </p:cNvSpPr>
          <p:nvPr>
            <p:ph type="sldNum" sz="quarter" idx="5"/>
          </p:nvPr>
        </p:nvSpPr>
        <p:spPr/>
        <p:txBody>
          <a:bodyPr/>
          <a:lstStyle/>
          <a:p>
            <a:fld id="{B262A795-6F94-4A96-B820-B9038480D048}" type="slidenum">
              <a:rPr lang="en-US" smtClean="0"/>
              <a:t>37</a:t>
            </a:fld>
            <a:endParaRPr lang="en-US"/>
          </a:p>
        </p:txBody>
      </p:sp>
    </p:spTree>
    <p:extLst>
      <p:ext uri="{BB962C8B-B14F-4D97-AF65-F5344CB8AC3E}">
        <p14:creationId xmlns:p14="http://schemas.microsoft.com/office/powerpoint/2010/main" val="7868820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FOR THE FACILITATOR:</a:t>
            </a:r>
          </a:p>
          <a:p>
            <a:r>
              <a:rPr lang="en-US">
                <a:cs typeface="Calibri"/>
              </a:rPr>
              <a:t>For the days of the week -- </a:t>
            </a:r>
            <a:r>
              <a:rPr lang="en-PH"/>
              <a:t>Start in a soft voice and gradually increase to a very loud voice. Then repeat going from a loud to a soft voice.</a:t>
            </a:r>
            <a:endParaRPr lang="en-US">
              <a:cs typeface="Calibri"/>
            </a:endParaRPr>
          </a:p>
        </p:txBody>
      </p:sp>
      <p:sp>
        <p:nvSpPr>
          <p:cNvPr id="4" name="Slide Number Placeholder 3"/>
          <p:cNvSpPr>
            <a:spLocks noGrp="1"/>
          </p:cNvSpPr>
          <p:nvPr>
            <p:ph type="sldNum" sz="quarter" idx="5"/>
          </p:nvPr>
        </p:nvSpPr>
        <p:spPr/>
        <p:txBody>
          <a:bodyPr/>
          <a:lstStyle/>
          <a:p>
            <a:fld id="{B262A795-6F94-4A96-B820-B9038480D048}" type="slidenum">
              <a:rPr lang="en-US" smtClean="0"/>
              <a:t>38</a:t>
            </a:fld>
            <a:endParaRPr lang="en-US"/>
          </a:p>
        </p:txBody>
      </p:sp>
    </p:spTree>
    <p:extLst>
      <p:ext uri="{BB962C8B-B14F-4D97-AF65-F5344CB8AC3E}">
        <p14:creationId xmlns:p14="http://schemas.microsoft.com/office/powerpoint/2010/main" val="41618805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cs typeface="Calibri"/>
              </a:rPr>
              <a:t>FOR THE FACILITATOR:</a:t>
            </a:r>
          </a:p>
          <a:p>
            <a:r>
              <a:rPr lang="en-US">
                <a:cs typeface="Calibri"/>
              </a:rPr>
              <a:t>For the days of the week -- </a:t>
            </a:r>
            <a:r>
              <a:rPr lang="en-PH"/>
              <a:t>Start in a soft voice and gradually increase to a very loud voice. Then repeat going from a loud to a soft voice.</a:t>
            </a:r>
            <a:endParaRPr lang="en-US">
              <a:cs typeface="Calibri"/>
            </a:endParaRPr>
          </a:p>
        </p:txBody>
      </p:sp>
      <p:sp>
        <p:nvSpPr>
          <p:cNvPr id="4" name="Slide Number Placeholder 3"/>
          <p:cNvSpPr>
            <a:spLocks noGrp="1"/>
          </p:cNvSpPr>
          <p:nvPr>
            <p:ph type="sldNum" sz="quarter" idx="5"/>
          </p:nvPr>
        </p:nvSpPr>
        <p:spPr/>
        <p:txBody>
          <a:bodyPr/>
          <a:lstStyle/>
          <a:p>
            <a:fld id="{B262A795-6F94-4A96-B820-B9038480D048}" type="slidenum">
              <a:rPr lang="en-US" smtClean="0"/>
              <a:t>39</a:t>
            </a:fld>
            <a:endParaRPr lang="en-US"/>
          </a:p>
        </p:txBody>
      </p:sp>
    </p:spTree>
    <p:extLst>
      <p:ext uri="{BB962C8B-B14F-4D97-AF65-F5344CB8AC3E}">
        <p14:creationId xmlns:p14="http://schemas.microsoft.com/office/powerpoint/2010/main" val="30659652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cs typeface="Calibri"/>
              </a:rPr>
              <a:t>For the Facilitator:</a:t>
            </a:r>
          </a:p>
          <a:p>
            <a:r>
              <a:rPr lang="en-US" b="1"/>
              <a:t>This excerpt contains 140 words. Time yourself as you try this exercise.  </a:t>
            </a:r>
          </a:p>
          <a:p>
            <a:r>
              <a:rPr lang="en-US" b="1">
                <a:cs typeface="Calibri"/>
              </a:rPr>
              <a:t>Ensure production of phonemes, pauses, stress and tone.</a:t>
            </a:r>
          </a:p>
        </p:txBody>
      </p:sp>
      <p:sp>
        <p:nvSpPr>
          <p:cNvPr id="4" name="Slide Number Placeholder 3"/>
          <p:cNvSpPr>
            <a:spLocks noGrp="1"/>
          </p:cNvSpPr>
          <p:nvPr>
            <p:ph type="sldNum" sz="quarter" idx="5"/>
          </p:nvPr>
        </p:nvSpPr>
        <p:spPr/>
        <p:txBody>
          <a:bodyPr/>
          <a:lstStyle/>
          <a:p>
            <a:fld id="{B262A795-6F94-4A96-B820-B9038480D048}" type="slidenum">
              <a:rPr lang="en-US" smtClean="0"/>
              <a:t>44</a:t>
            </a:fld>
            <a:endParaRPr lang="en-US"/>
          </a:p>
        </p:txBody>
      </p:sp>
    </p:spTree>
    <p:extLst>
      <p:ext uri="{BB962C8B-B14F-4D97-AF65-F5344CB8AC3E}">
        <p14:creationId xmlns:p14="http://schemas.microsoft.com/office/powerpoint/2010/main" val="34737671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a:t>Check all appropriate before recapping.</a:t>
            </a:r>
          </a:p>
        </p:txBody>
      </p:sp>
      <p:sp>
        <p:nvSpPr>
          <p:cNvPr id="4" name="Slide Number Placeholder 3"/>
          <p:cNvSpPr>
            <a:spLocks noGrp="1"/>
          </p:cNvSpPr>
          <p:nvPr>
            <p:ph type="sldNum" sz="quarter" idx="5"/>
          </p:nvPr>
        </p:nvSpPr>
        <p:spPr/>
        <p:txBody>
          <a:bodyPr/>
          <a:lstStyle/>
          <a:p>
            <a:fld id="{B262A795-6F94-4A96-B820-B9038480D048}" type="slidenum">
              <a:rPr lang="en-US" smtClean="0"/>
              <a:t>45</a:t>
            </a:fld>
            <a:endParaRPr lang="en-US"/>
          </a:p>
        </p:txBody>
      </p:sp>
    </p:spTree>
    <p:extLst>
      <p:ext uri="{BB962C8B-B14F-4D97-AF65-F5344CB8AC3E}">
        <p14:creationId xmlns:p14="http://schemas.microsoft.com/office/powerpoint/2010/main" val="22493461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H"/>
          </a:p>
        </p:txBody>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lvl1pPr>
              <a:defRPr>
                <a:solidFill>
                  <a:srgbClr val="FFFFFF"/>
                </a:solidFill>
              </a:defRPr>
            </a:lvl1pPr>
          </a:lstStyle>
          <a:p>
            <a:fld id="{48A87A34-81AB-432B-8DAE-1953F412C126}" type="datetimeFigureOut">
              <a:rPr lang="en-US" smtClean="0"/>
              <a:t>10/8/2025</a:t>
            </a:fld>
            <a:endParaRPr lang="en-US"/>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6D22F896-40B5-4ADD-8801-0D06FADFA095}" type="slidenum">
              <a:rPr lang="en-US" smtClean="0"/>
              <a:t>‹#›</a:t>
            </a:fld>
            <a:endParaRPr lang="en-US"/>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6785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12852845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70767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8A87A34-81AB-432B-8DAE-1953F412C126}" type="datetimeFigureOut">
              <a:rPr lang="en-US" smtClean="0"/>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534525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8A87A34-81AB-432B-8DAE-1953F412C126}" type="datetimeFigureOut">
              <a:rPr lang="en-US" smtClean="0"/>
              <a:t>10/8/2025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2168006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8A87A34-81AB-432B-8DAE-1953F412C126}" type="datetimeFigureOut">
              <a:rPr lang="en-US" smtClean="0"/>
              <a:t>10/8/2025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3975270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10/8/2025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1170207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2455246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34150710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8172450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2942219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H"/>
          </a:p>
        </p:txBody>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48A87A34-81AB-432B-8DAE-1953F412C126}" type="datetimeFigureOut">
              <a:rPr lang="en-US" smtClean="0"/>
              <a:pPr/>
              <a:t>10/8/2025</a:t>
            </a:fld>
            <a:endParaRPr lang="en-US"/>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US"/>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294761968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hyperlink" Target="https://www.paramountielts.com/ielts-speaking-how-to-learn-vowel-phonetics/" TargetMode="Externa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s://www.readingrockets.org/" TargetMode="External"/><Relationship Id="rId5" Type="http://schemas.openxmlformats.org/officeDocument/2006/relationships/image" Target="../media/image8.pn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www.readingrockets.org/" TargetMode="External"/><Relationship Id="rId5" Type="http://schemas.openxmlformats.org/officeDocument/2006/relationships/image" Target="../media/image8.png"/><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www.readingrockets.org/" TargetMode="External"/><Relationship Id="rId5" Type="http://schemas.openxmlformats.org/officeDocument/2006/relationships/image" Target="../media/image9.png"/><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blog.allaboutlearningpress.com/long-vowel-sounds/" TargetMode="External"/><Relationship Id="rId5" Type="http://schemas.openxmlformats.org/officeDocument/2006/relationships/image" Target="../media/image10.jpeg"/><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www.readingrockets.org/" TargetMode="External"/><Relationship Id="rId5" Type="http://schemas.openxmlformats.org/officeDocument/2006/relationships/image" Target="../media/image11.png"/><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www.readingrockets.org/" TargetMode="External"/><Relationship Id="rId5" Type="http://schemas.openxmlformats.org/officeDocument/2006/relationships/image" Target="../media/image11.png"/><Relationship Id="rId4" Type="http://schemas.openxmlformats.org/officeDocument/2006/relationships/image" Target="../media/image7.sv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hyperlink" Target="https://blog.allaboutlearningpress.com/short-vowel-sounds/" TargetMode="External"/><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hyperlink" Target="https://www.readingrockets.org/" TargetMode="External"/><Relationship Id="rId4" Type="http://schemas.openxmlformats.org/officeDocument/2006/relationships/image" Target="../media/image16.sv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hyperlink" Target="https://www.readingrockets.org/" TargetMode="External"/><Relationship Id="rId4" Type="http://schemas.openxmlformats.org/officeDocument/2006/relationships/image" Target="../media/image16.sv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hyperlink" Target="https://www.readingrockets.org/" TargetMode="External"/><Relationship Id="rId5" Type="http://schemas.openxmlformats.org/officeDocument/2006/relationships/image" Target="../media/image18.png"/><Relationship Id="rId4" Type="http://schemas.openxmlformats.org/officeDocument/2006/relationships/image" Target="../media/image16.sv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hyperlink" Target="https://www.readingrockets.org/" TargetMode="External"/><Relationship Id="rId5" Type="http://schemas.openxmlformats.org/officeDocument/2006/relationships/image" Target="../media/image18.png"/><Relationship Id="rId4" Type="http://schemas.openxmlformats.org/officeDocument/2006/relationships/image" Target="../media/image16.sv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6.sv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6.svg"/></Relationships>
</file>

<file path=ppt/slides/_rels/slide2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6.svg"/></Relationships>
</file>

<file path=ppt/slides/_rels/slide2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hyperlink" Target="https://www.readingrockets.org/" TargetMode="External"/><Relationship Id="rId5" Type="http://schemas.openxmlformats.org/officeDocument/2006/relationships/image" Target="../media/image21.png"/><Relationship Id="rId4" Type="http://schemas.openxmlformats.org/officeDocument/2006/relationships/image" Target="../media/image20.sv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hyperlink" Target="https://www.readingrockets.org/"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www.readingrockets.org/"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microsoft.com/office/2007/relationships/media" Target="../media/media3.mp3"/><Relationship Id="rId7" Type="http://schemas.openxmlformats.org/officeDocument/2006/relationships/image" Target="../media/image14.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notesSlide" Target="../notesSlides/notesSlide29.xml"/><Relationship Id="rId5" Type="http://schemas.openxmlformats.org/officeDocument/2006/relationships/slideLayout" Target="../slideLayouts/slideLayout2.xml"/><Relationship Id="rId4" Type="http://schemas.openxmlformats.org/officeDocument/2006/relationships/audio" Target="../media/media3.mp3"/></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8.svg"/></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8.svg"/></Relationships>
</file>

<file path=ppt/slides/_rels/slide40.xml.rels><?xml version="1.0" encoding="UTF-8" standalone="yes"?>
<Relationships xmlns="http://schemas.openxmlformats.org/package/2006/relationships"><Relationship Id="rId8" Type="http://schemas.openxmlformats.org/officeDocument/2006/relationships/image" Target="../media/image39.png"/><Relationship Id="rId3" Type="http://schemas.microsoft.com/office/2007/relationships/media" Target="../media/media5.mp3"/><Relationship Id="rId7" Type="http://schemas.openxmlformats.org/officeDocument/2006/relationships/image" Target="../media/image13.svg"/><Relationship Id="rId12" Type="http://schemas.openxmlformats.org/officeDocument/2006/relationships/image" Target="../media/image14.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12.png"/><Relationship Id="rId11" Type="http://schemas.openxmlformats.org/officeDocument/2006/relationships/image" Target="../media/image40.png"/><Relationship Id="rId5" Type="http://schemas.openxmlformats.org/officeDocument/2006/relationships/slideLayout" Target="../slideLayouts/slideLayout2.xml"/><Relationship Id="rId10" Type="http://schemas.openxmlformats.org/officeDocument/2006/relationships/hyperlink" Target="https://www.gurotayo.com/2020/07/tongue-twister-free-download.html" TargetMode="External"/><Relationship Id="rId4" Type="http://schemas.openxmlformats.org/officeDocument/2006/relationships/audio" Target="../media/media5.mp3"/><Relationship Id="rId9" Type="http://schemas.openxmlformats.org/officeDocument/2006/relationships/hyperlink" Target="https://www.readingrockets.org/" TargetMode="External"/></Relationships>
</file>

<file path=ppt/slides/_rels/slide4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hyperlink" Target="https://www.gurotayo.com/2020/07/tongue-twister-free-download.html"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hyperlink" Target="https://www.gurotayo.com/2020/07/tongue-twister-free-download.html"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hyperlink" Target="https://www.gurotayo.com/2020/07/tongue-twister-free-download.html" TargetMode="External"/></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1F489-B701-4C74-9747-27C8656A89CC}"/>
              </a:ext>
            </a:extLst>
          </p:cNvPr>
          <p:cNvSpPr>
            <a:spLocks noGrp="1"/>
          </p:cNvSpPr>
          <p:nvPr>
            <p:ph type="ctrTitle"/>
          </p:nvPr>
        </p:nvSpPr>
        <p:spPr/>
        <p:txBody>
          <a:bodyPr>
            <a:normAutofit/>
          </a:bodyPr>
          <a:lstStyle/>
          <a:p>
            <a:r>
              <a:rPr lang="en-US" dirty="0">
                <a:latin typeface="Rockwell" panose="02060603020205020403" pitchFamily="18" charset="0"/>
              </a:rPr>
              <a:t>A GUIDE TO PRONUNCIATION</a:t>
            </a:r>
          </a:p>
        </p:txBody>
      </p:sp>
      <p:sp>
        <p:nvSpPr>
          <p:cNvPr id="3" name="Subtitle 2">
            <a:extLst>
              <a:ext uri="{FF2B5EF4-FFF2-40B4-BE49-F238E27FC236}">
                <a16:creationId xmlns:a16="http://schemas.microsoft.com/office/drawing/2014/main" id="{6D699F35-1401-4ECD-9F96-7017DB9FA104}"/>
              </a:ext>
            </a:extLst>
          </p:cNvPr>
          <p:cNvSpPr>
            <a:spLocks noGrp="1"/>
          </p:cNvSpPr>
          <p:nvPr>
            <p:ph type="subTitle" idx="1"/>
          </p:nvPr>
        </p:nvSpPr>
        <p:spPr/>
        <p:txBody>
          <a:bodyPr/>
          <a:lstStyle/>
          <a:p>
            <a:r>
              <a:rPr lang="en-US" dirty="0">
                <a:latin typeface="Tahoma" panose="020B0604030504040204" pitchFamily="34" charset="0"/>
                <a:ea typeface="Tahoma" panose="020B0604030504040204" pitchFamily="34" charset="0"/>
                <a:cs typeface="Tahoma" panose="020B0604030504040204" pitchFamily="34" charset="0"/>
              </a:rPr>
              <a:t>The Sound of the Letters of the English Alphabet</a:t>
            </a:r>
          </a:p>
        </p:txBody>
      </p:sp>
    </p:spTree>
    <p:extLst>
      <p:ext uri="{BB962C8B-B14F-4D97-AF65-F5344CB8AC3E}">
        <p14:creationId xmlns:p14="http://schemas.microsoft.com/office/powerpoint/2010/main" val="616906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3DD3-C27C-457D-ADDD-066D01CB95CA}"/>
              </a:ext>
            </a:extLst>
          </p:cNvPr>
          <p:cNvSpPr>
            <a:spLocks noGrp="1"/>
          </p:cNvSpPr>
          <p:nvPr>
            <p:ph type="title"/>
          </p:nvPr>
        </p:nvSpPr>
        <p:spPr>
          <a:xfrm>
            <a:off x="1140144" y="231140"/>
            <a:ext cx="9875520" cy="1356360"/>
          </a:xfrm>
        </p:spPr>
        <p:txBody>
          <a:bodyPr/>
          <a:lstStyle/>
          <a:p>
            <a:r>
              <a:rPr lang="en-US" dirty="0">
                <a:latin typeface="Rockwell" panose="02060603020205020403" pitchFamily="18" charset="0"/>
              </a:rPr>
              <a:t>Learning Objectives</a:t>
            </a:r>
          </a:p>
        </p:txBody>
      </p:sp>
      <p:pic>
        <p:nvPicPr>
          <p:cNvPr id="7" name="Graphic 6" descr="Sun">
            <a:extLst>
              <a:ext uri="{FF2B5EF4-FFF2-40B4-BE49-F238E27FC236}">
                <a16:creationId xmlns:a16="http://schemas.microsoft.com/office/drawing/2014/main" id="{6314C98B-D1E0-4291-8DE1-BABBB730A23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97040" y="452120"/>
            <a:ext cx="914400" cy="914400"/>
          </a:xfrm>
          <a:prstGeom prst="rect">
            <a:avLst/>
          </a:prstGeom>
        </p:spPr>
      </p:pic>
      <p:graphicFrame>
        <p:nvGraphicFramePr>
          <p:cNvPr id="4" name="Content Placeholder 3">
            <a:extLst>
              <a:ext uri="{FF2B5EF4-FFF2-40B4-BE49-F238E27FC236}">
                <a16:creationId xmlns:a16="http://schemas.microsoft.com/office/drawing/2014/main" id="{31F44B22-324B-4DE8-B32C-85312184904C}"/>
              </a:ext>
            </a:extLst>
          </p:cNvPr>
          <p:cNvGraphicFramePr>
            <a:graphicFrameLocks noGrp="1"/>
          </p:cNvGraphicFramePr>
          <p:nvPr>
            <p:ph idx="1"/>
            <p:extLst>
              <p:ext uri="{D42A27DB-BD31-4B8C-83A1-F6EECF244321}">
                <p14:modId xmlns:p14="http://schemas.microsoft.com/office/powerpoint/2010/main" val="2794925980"/>
              </p:ext>
            </p:extLst>
          </p:nvPr>
        </p:nvGraphicFramePr>
        <p:xfrm>
          <a:off x="2121693" y="1913255"/>
          <a:ext cx="7431882" cy="3020696"/>
        </p:xfrm>
        <a:graphic>
          <a:graphicData uri="http://schemas.openxmlformats.org/drawingml/2006/table">
            <a:tbl>
              <a:tblPr firstRow="1" bandRow="1">
                <a:tableStyleId>{5C22544A-7EE6-4342-B048-85BDC9FD1C3A}</a:tableStyleId>
              </a:tblPr>
              <a:tblGrid>
                <a:gridCol w="7431882">
                  <a:extLst>
                    <a:ext uri="{9D8B030D-6E8A-4147-A177-3AD203B41FA5}">
                      <a16:colId xmlns:a16="http://schemas.microsoft.com/office/drawing/2014/main" val="743422230"/>
                    </a:ext>
                  </a:extLst>
                </a:gridCol>
              </a:tblGrid>
              <a:tr h="454661">
                <a:tc>
                  <a:txBody>
                    <a:bodyPr/>
                    <a:lstStyle/>
                    <a:p>
                      <a:r>
                        <a:rPr lang="en-US" dirty="0">
                          <a:latin typeface="Tahoma" panose="020B0604030504040204" pitchFamily="34" charset="0"/>
                          <a:ea typeface="Tahoma" panose="020B0604030504040204" pitchFamily="34" charset="0"/>
                          <a:cs typeface="Tahoma" panose="020B0604030504040204" pitchFamily="34" charset="0"/>
                        </a:rPr>
                        <a:t>At the beginning of the session, you are expected to:</a:t>
                      </a:r>
                    </a:p>
                  </a:txBody>
                  <a:tcPr/>
                </a:tc>
                <a:extLst>
                  <a:ext uri="{0D108BD9-81ED-4DB2-BD59-A6C34878D82A}">
                    <a16:rowId xmlns:a16="http://schemas.microsoft.com/office/drawing/2014/main" val="2496822786"/>
                  </a:ext>
                </a:extLst>
              </a:tr>
              <a:tr h="2566035">
                <a:tc>
                  <a:txBody>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lang="en-US" dirty="0">
                          <a:latin typeface="Tahoma" panose="020B0604030504040204" pitchFamily="34" charset="0"/>
                          <a:ea typeface="Tahoma" panose="020B0604030504040204" pitchFamily="34" charset="0"/>
                          <a:cs typeface="Tahoma" panose="020B0604030504040204" pitchFamily="34" charset="0"/>
                        </a:rPr>
                        <a:t>Identify the different English sounds;</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lang="en-US" dirty="0">
                          <a:latin typeface="Tahoma" panose="020B0604030504040204" pitchFamily="34" charset="0"/>
                          <a:ea typeface="Tahoma" panose="020B0604030504040204" pitchFamily="34" charset="0"/>
                          <a:cs typeface="Tahoma" panose="020B0604030504040204" pitchFamily="34" charset="0"/>
                        </a:rPr>
                        <a:t>Distinguish the English sounds from Filipino sounds;</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lang="en-US" dirty="0">
                          <a:latin typeface="Tahoma" panose="020B0604030504040204" pitchFamily="34" charset="0"/>
                          <a:ea typeface="Tahoma" panose="020B0604030504040204" pitchFamily="34" charset="0"/>
                          <a:cs typeface="Tahoma" panose="020B0604030504040204" pitchFamily="34" charset="0"/>
                        </a:rPr>
                        <a:t>Know the proper use of the articulators;</a:t>
                      </a:r>
                    </a:p>
                    <a:p>
                      <a:pPr marL="285750" lvl="0" indent="-285750" algn="l">
                        <a:lnSpc>
                          <a:spcPct val="150000"/>
                        </a:lnSpc>
                        <a:buFont typeface="Wingdings" panose="05000000000000000000" pitchFamily="2" charset="2"/>
                        <a:buChar char="ü"/>
                      </a:pPr>
                      <a:r>
                        <a:rPr lang="en-US" dirty="0">
                          <a:latin typeface="Tahoma" panose="020B0604030504040204" pitchFamily="34" charset="0"/>
                          <a:ea typeface="Tahoma" panose="020B0604030504040204" pitchFamily="34" charset="0"/>
                          <a:cs typeface="Tahoma" panose="020B0604030504040204" pitchFamily="34" charset="0"/>
                        </a:rPr>
                        <a:t>Differentiate the sounds of the English alphabet;</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lang="en-US" dirty="0">
                          <a:latin typeface="Tahoma" panose="020B0604030504040204" pitchFamily="34" charset="0"/>
                          <a:ea typeface="Tahoma" panose="020B0604030504040204" pitchFamily="34" charset="0"/>
                          <a:cs typeface="Tahoma" panose="020B0604030504040204" pitchFamily="34" charset="0"/>
                        </a:rPr>
                        <a:t>Recognize vowels and consonant sounds.</a:t>
                      </a:r>
                    </a:p>
                  </a:txBody>
                  <a:tcPr/>
                </a:tc>
                <a:extLst>
                  <a:ext uri="{0D108BD9-81ED-4DB2-BD59-A6C34878D82A}">
                    <a16:rowId xmlns:a16="http://schemas.microsoft.com/office/drawing/2014/main" val="744739329"/>
                  </a:ext>
                </a:extLst>
              </a:tr>
            </a:tbl>
          </a:graphicData>
        </a:graphic>
      </p:graphicFrame>
    </p:spTree>
    <p:extLst>
      <p:ext uri="{BB962C8B-B14F-4D97-AF65-F5344CB8AC3E}">
        <p14:creationId xmlns:p14="http://schemas.microsoft.com/office/powerpoint/2010/main" val="15240777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3DD3-C27C-457D-ADDD-066D01CB95CA}"/>
              </a:ext>
            </a:extLst>
          </p:cNvPr>
          <p:cNvSpPr>
            <a:spLocks noGrp="1"/>
          </p:cNvSpPr>
          <p:nvPr>
            <p:ph type="title"/>
          </p:nvPr>
        </p:nvSpPr>
        <p:spPr>
          <a:xfrm>
            <a:off x="1096766" y="244867"/>
            <a:ext cx="9875520" cy="1356360"/>
          </a:xfrm>
        </p:spPr>
        <p:txBody>
          <a:bodyPr/>
          <a:lstStyle/>
          <a:p>
            <a:r>
              <a:rPr lang="en-US" dirty="0">
                <a:latin typeface="Rockwell" panose="02060603020205020403" pitchFamily="18" charset="0"/>
              </a:rPr>
              <a:t>Vowels &amp; Consonants</a:t>
            </a:r>
          </a:p>
        </p:txBody>
      </p:sp>
      <p:pic>
        <p:nvPicPr>
          <p:cNvPr id="5" name="Graphic 4" descr="Pencil">
            <a:extLst>
              <a:ext uri="{FF2B5EF4-FFF2-40B4-BE49-F238E27FC236}">
                <a16:creationId xmlns:a16="http://schemas.microsoft.com/office/drawing/2014/main" id="{0A74E1BB-B1CA-413B-8313-F68AA049A9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67204" y="437133"/>
            <a:ext cx="767542" cy="767542"/>
          </a:xfrm>
          <a:prstGeom prst="rect">
            <a:avLst/>
          </a:prstGeom>
        </p:spPr>
      </p:pic>
      <p:graphicFrame>
        <p:nvGraphicFramePr>
          <p:cNvPr id="4" name="Content Placeholder 3">
            <a:extLst>
              <a:ext uri="{FF2B5EF4-FFF2-40B4-BE49-F238E27FC236}">
                <a16:creationId xmlns:a16="http://schemas.microsoft.com/office/drawing/2014/main" id="{31F44B22-324B-4DE8-B32C-85312184904C}"/>
              </a:ext>
            </a:extLst>
          </p:cNvPr>
          <p:cNvGraphicFramePr>
            <a:graphicFrameLocks noGrp="1"/>
          </p:cNvGraphicFramePr>
          <p:nvPr>
            <p:ph idx="1"/>
            <p:extLst>
              <p:ext uri="{D42A27DB-BD31-4B8C-83A1-F6EECF244321}">
                <p14:modId xmlns:p14="http://schemas.microsoft.com/office/powerpoint/2010/main" val="4116225931"/>
              </p:ext>
            </p:extLst>
          </p:nvPr>
        </p:nvGraphicFramePr>
        <p:xfrm>
          <a:off x="1159668" y="1607533"/>
          <a:ext cx="9872664" cy="4435869"/>
        </p:xfrm>
        <a:graphic>
          <a:graphicData uri="http://schemas.openxmlformats.org/drawingml/2006/table">
            <a:tbl>
              <a:tblPr firstRow="1" bandRow="1">
                <a:tableStyleId>{5C22544A-7EE6-4342-B048-85BDC9FD1C3A}</a:tableStyleId>
              </a:tblPr>
              <a:tblGrid>
                <a:gridCol w="4936332">
                  <a:extLst>
                    <a:ext uri="{9D8B030D-6E8A-4147-A177-3AD203B41FA5}">
                      <a16:colId xmlns:a16="http://schemas.microsoft.com/office/drawing/2014/main" val="743422230"/>
                    </a:ext>
                  </a:extLst>
                </a:gridCol>
                <a:gridCol w="4936332">
                  <a:extLst>
                    <a:ext uri="{9D8B030D-6E8A-4147-A177-3AD203B41FA5}">
                      <a16:colId xmlns:a16="http://schemas.microsoft.com/office/drawing/2014/main" val="777156215"/>
                    </a:ext>
                  </a:extLst>
                </a:gridCol>
              </a:tblGrid>
              <a:tr h="472727">
                <a:tc>
                  <a:txBody>
                    <a:bodyPr/>
                    <a:lstStyle/>
                    <a:p>
                      <a:r>
                        <a:rPr lang="en-US" dirty="0">
                          <a:latin typeface="Tahoma" panose="020B0604030504040204" pitchFamily="34" charset="0"/>
                          <a:ea typeface="Tahoma" panose="020B0604030504040204" pitchFamily="34" charset="0"/>
                          <a:cs typeface="Tahoma" panose="020B0604030504040204" pitchFamily="34" charset="0"/>
                        </a:rPr>
                        <a:t>FACTS!</a:t>
                      </a:r>
                    </a:p>
                  </a:txBody>
                  <a:tcPr/>
                </a:tc>
                <a:tc>
                  <a:txBody>
                    <a:bodyPr/>
                    <a:lstStyle/>
                    <a:p>
                      <a:r>
                        <a:rPr lang="en-US" dirty="0">
                          <a:latin typeface="Tahoma" panose="020B0604030504040204" pitchFamily="34" charset="0"/>
                          <a:ea typeface="Tahoma" panose="020B0604030504040204" pitchFamily="34" charset="0"/>
                          <a:cs typeface="Tahoma" panose="020B0604030504040204" pitchFamily="34" charset="0"/>
                        </a:rPr>
                        <a:t>Focused sounds:</a:t>
                      </a:r>
                    </a:p>
                  </a:txBody>
                  <a:tcPr/>
                </a:tc>
                <a:extLst>
                  <a:ext uri="{0D108BD9-81ED-4DB2-BD59-A6C34878D82A}">
                    <a16:rowId xmlns:a16="http://schemas.microsoft.com/office/drawing/2014/main" val="2496822786"/>
                  </a:ext>
                </a:extLst>
              </a:tr>
              <a:tr h="3963142">
                <a:tc>
                  <a:txBody>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lang="en-US" sz="1600" dirty="0">
                          <a:latin typeface="Tahoma" panose="020B0604030504040204" pitchFamily="34" charset="0"/>
                          <a:ea typeface="Tahoma" panose="020B0604030504040204" pitchFamily="34" charset="0"/>
                          <a:cs typeface="Tahoma" panose="020B0604030504040204" pitchFamily="34" charset="0"/>
                        </a:rPr>
                        <a:t>There are 26 letters in the English alphabet, and 44  sounds!</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lang="en-US" sz="1600" dirty="0">
                          <a:latin typeface="Tahoma" panose="020B0604030504040204" pitchFamily="34" charset="0"/>
                          <a:ea typeface="Tahoma" panose="020B0604030504040204" pitchFamily="34" charset="0"/>
                          <a:cs typeface="Tahoma" panose="020B0604030504040204" pitchFamily="34" charset="0"/>
                        </a:rPr>
                        <a:t> 20 vowel sounds (12 vowels &amp; 8 diphthongs)</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lang="en-US" sz="1600" dirty="0">
                          <a:latin typeface="Tahoma" panose="020B0604030504040204" pitchFamily="34" charset="0"/>
                          <a:ea typeface="Tahoma" panose="020B0604030504040204" pitchFamily="34" charset="0"/>
                          <a:cs typeface="Tahoma" panose="020B0604030504040204" pitchFamily="34" charset="0"/>
                        </a:rPr>
                        <a:t>24 consonant sounds</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600"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600"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16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marL="285750" indent="-285750">
                        <a:lnSpc>
                          <a:spcPct val="150000"/>
                        </a:lnSpc>
                        <a:buFont typeface="Wingdings" panose="05000000000000000000" pitchFamily="2" charset="2"/>
                        <a:buChar char="Ø"/>
                      </a:pPr>
                      <a:endParaRPr lang="en-US" dirty="0">
                        <a:latin typeface="Tahoma" panose="020B0604030504040204" pitchFamily="34" charset="0"/>
                        <a:ea typeface="Tahoma" panose="020B0604030504040204" pitchFamily="34" charset="0"/>
                        <a:cs typeface="Tahoma" panose="020B0604030504040204" pitchFamily="34" charset="0"/>
                      </a:endParaRPr>
                    </a:p>
                    <a:p>
                      <a:pPr marL="285750" indent="-285750">
                        <a:lnSpc>
                          <a:spcPct val="150000"/>
                        </a:lnSpc>
                        <a:buFont typeface="Wingdings" panose="05000000000000000000" pitchFamily="2" charset="2"/>
                        <a:buChar char="Ø"/>
                      </a:pPr>
                      <a:endParaRPr lang="en-US" dirty="0">
                        <a:latin typeface="Tahoma" panose="020B0604030504040204" pitchFamily="34" charset="0"/>
                        <a:ea typeface="Tahoma" panose="020B0604030504040204" pitchFamily="34" charset="0"/>
                        <a:cs typeface="Tahoma" panose="020B0604030504040204" pitchFamily="34" charset="0"/>
                      </a:endParaRPr>
                    </a:p>
                    <a:p>
                      <a:pPr marL="285750" indent="-285750">
                        <a:lnSpc>
                          <a:spcPct val="150000"/>
                        </a:lnSpc>
                        <a:buFont typeface="Wingdings" panose="05000000000000000000" pitchFamily="2" charset="2"/>
                        <a:buChar char="Ø"/>
                      </a:pPr>
                      <a:endParaRPr lang="en-US" dirty="0">
                        <a:latin typeface="Tahoma" panose="020B0604030504040204" pitchFamily="34" charset="0"/>
                        <a:ea typeface="Tahoma" panose="020B0604030504040204" pitchFamily="34" charset="0"/>
                        <a:cs typeface="Tahoma" panose="020B0604030504040204" pitchFamily="34" charset="0"/>
                      </a:endParaRPr>
                    </a:p>
                    <a:p>
                      <a:pPr marL="285750" indent="-285750">
                        <a:lnSpc>
                          <a:spcPct val="150000"/>
                        </a:lnSpc>
                        <a:buFont typeface="Wingdings" panose="05000000000000000000" pitchFamily="2" charset="2"/>
                        <a:buChar char="Ø"/>
                      </a:pPr>
                      <a:endParaRPr lang="en-US" dirty="0">
                        <a:latin typeface="Tahoma" panose="020B0604030504040204" pitchFamily="34" charset="0"/>
                        <a:ea typeface="Tahoma" panose="020B0604030504040204" pitchFamily="34" charset="0"/>
                        <a:cs typeface="Tahoma" panose="020B0604030504040204" pitchFamily="34" charset="0"/>
                      </a:endParaRPr>
                    </a:p>
                    <a:p>
                      <a:pPr marL="285750" indent="-285750">
                        <a:lnSpc>
                          <a:spcPct val="150000"/>
                        </a:lnSpc>
                        <a:buFont typeface="Wingdings" panose="05000000000000000000" pitchFamily="2" charset="2"/>
                        <a:buChar char="Ø"/>
                      </a:pPr>
                      <a:endParaRPr lang="en-US" dirty="0">
                        <a:latin typeface="Tahoma" panose="020B0604030504040204" pitchFamily="34" charset="0"/>
                        <a:ea typeface="Tahoma" panose="020B0604030504040204" pitchFamily="34" charset="0"/>
                        <a:cs typeface="Tahoma" panose="020B0604030504040204" pitchFamily="34" charset="0"/>
                      </a:endParaRPr>
                    </a:p>
                    <a:p>
                      <a:pPr marL="285750" indent="-285750">
                        <a:lnSpc>
                          <a:spcPct val="150000"/>
                        </a:lnSpc>
                        <a:buFont typeface="Wingdings" panose="05000000000000000000" pitchFamily="2" charset="2"/>
                        <a:buChar char="Ø"/>
                      </a:pPr>
                      <a:endParaRPr lang="en-US" dirty="0">
                        <a:latin typeface="Tahoma" panose="020B0604030504040204" pitchFamily="34" charset="0"/>
                        <a:ea typeface="Tahoma" panose="020B0604030504040204" pitchFamily="34" charset="0"/>
                        <a:cs typeface="Tahoma" panose="020B0604030504040204" pitchFamily="34" charset="0"/>
                      </a:endParaRPr>
                    </a:p>
                    <a:p>
                      <a:pPr marL="285750" indent="-285750">
                        <a:lnSpc>
                          <a:spcPct val="150000"/>
                        </a:lnSpc>
                        <a:buFont typeface="Wingdings" panose="05000000000000000000" pitchFamily="2" charset="2"/>
                        <a:buChar char="Ø"/>
                      </a:pPr>
                      <a:r>
                        <a:rPr lang="en-US" sz="800" i="1" dirty="0">
                          <a:hlinkClick r:id="rId5"/>
                        </a:rPr>
                        <a:t>Source: IELTS Speaking: How to learn vowel phonetics - Paramount IELTS</a:t>
                      </a:r>
                      <a:endParaRPr lang="en-US" sz="800" i="1" dirty="0">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744739329"/>
                  </a:ext>
                </a:extLst>
              </a:tr>
            </a:tbl>
          </a:graphicData>
        </a:graphic>
      </p:graphicFrame>
      <p:pic>
        <p:nvPicPr>
          <p:cNvPr id="6" name="Picture 5" descr="A close-up of a chart&#10;&#10;Description automatically generated with low confidence">
            <a:extLst>
              <a:ext uri="{FF2B5EF4-FFF2-40B4-BE49-F238E27FC236}">
                <a16:creationId xmlns:a16="http://schemas.microsoft.com/office/drawing/2014/main" id="{0AF14D54-E362-3C1F-0E06-3EEE3C25AE72}"/>
              </a:ext>
            </a:extLst>
          </p:cNvPr>
          <p:cNvPicPr>
            <a:picLocks noChangeAspect="1"/>
          </p:cNvPicPr>
          <p:nvPr/>
        </p:nvPicPr>
        <p:blipFill>
          <a:blip r:embed="rId6"/>
          <a:stretch>
            <a:fillRect/>
          </a:stretch>
        </p:blipFill>
        <p:spPr>
          <a:xfrm>
            <a:off x="6399770" y="2473529"/>
            <a:ext cx="3944380" cy="1910942"/>
          </a:xfrm>
          <a:prstGeom prst="rect">
            <a:avLst/>
          </a:prstGeom>
        </p:spPr>
      </p:pic>
    </p:spTree>
    <p:extLst>
      <p:ext uri="{BB962C8B-B14F-4D97-AF65-F5344CB8AC3E}">
        <p14:creationId xmlns:p14="http://schemas.microsoft.com/office/powerpoint/2010/main" val="3942404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3DD3-C27C-457D-ADDD-066D01CB95CA}"/>
              </a:ext>
            </a:extLst>
          </p:cNvPr>
          <p:cNvSpPr>
            <a:spLocks noGrp="1"/>
          </p:cNvSpPr>
          <p:nvPr>
            <p:ph type="title"/>
          </p:nvPr>
        </p:nvSpPr>
        <p:spPr>
          <a:xfrm>
            <a:off x="1096766" y="244867"/>
            <a:ext cx="9875520" cy="1356360"/>
          </a:xfrm>
        </p:spPr>
        <p:txBody>
          <a:bodyPr/>
          <a:lstStyle/>
          <a:p>
            <a:r>
              <a:rPr lang="en-US" dirty="0">
                <a:latin typeface="Rockwell" panose="02060603020205020403" pitchFamily="18" charset="0"/>
              </a:rPr>
              <a:t>The Long Vowels</a:t>
            </a:r>
          </a:p>
        </p:txBody>
      </p:sp>
      <p:pic>
        <p:nvPicPr>
          <p:cNvPr id="5" name="Graphic 4" descr="Teacher">
            <a:extLst>
              <a:ext uri="{FF2B5EF4-FFF2-40B4-BE49-F238E27FC236}">
                <a16:creationId xmlns:a16="http://schemas.microsoft.com/office/drawing/2014/main" id="{79AA3F49-E7A4-4660-84DA-0DC43809C2D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02829" y="465847"/>
            <a:ext cx="914400" cy="914400"/>
          </a:xfrm>
          <a:prstGeom prst="rect">
            <a:avLst/>
          </a:prstGeom>
        </p:spPr>
      </p:pic>
      <p:graphicFrame>
        <p:nvGraphicFramePr>
          <p:cNvPr id="4" name="Content Placeholder 3">
            <a:extLst>
              <a:ext uri="{FF2B5EF4-FFF2-40B4-BE49-F238E27FC236}">
                <a16:creationId xmlns:a16="http://schemas.microsoft.com/office/drawing/2014/main" id="{31F44B22-324B-4DE8-B32C-85312184904C}"/>
              </a:ext>
            </a:extLst>
          </p:cNvPr>
          <p:cNvGraphicFramePr>
            <a:graphicFrameLocks noGrp="1"/>
          </p:cNvGraphicFramePr>
          <p:nvPr>
            <p:ph idx="1"/>
            <p:extLst>
              <p:ext uri="{D42A27DB-BD31-4B8C-83A1-F6EECF244321}">
                <p14:modId xmlns:p14="http://schemas.microsoft.com/office/powerpoint/2010/main" val="3282610857"/>
              </p:ext>
            </p:extLst>
          </p:nvPr>
        </p:nvGraphicFramePr>
        <p:xfrm>
          <a:off x="963725" y="1601227"/>
          <a:ext cx="9872664" cy="4435869"/>
        </p:xfrm>
        <a:graphic>
          <a:graphicData uri="http://schemas.openxmlformats.org/drawingml/2006/table">
            <a:tbl>
              <a:tblPr firstRow="1" bandRow="1">
                <a:tableStyleId>{5C22544A-7EE6-4342-B048-85BDC9FD1C3A}</a:tableStyleId>
              </a:tblPr>
              <a:tblGrid>
                <a:gridCol w="9872664">
                  <a:extLst>
                    <a:ext uri="{9D8B030D-6E8A-4147-A177-3AD203B41FA5}">
                      <a16:colId xmlns:a16="http://schemas.microsoft.com/office/drawing/2014/main" val="743422230"/>
                    </a:ext>
                  </a:extLst>
                </a:gridCol>
              </a:tblGrid>
              <a:tr h="4435869">
                <a:tc>
                  <a:txBody>
                    <a:bodyPr/>
                    <a:lstStyle/>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0" marR="0" lvl="0" indent="0" algn="ctr"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ctr"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ctr"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2496822786"/>
                  </a:ext>
                </a:extLst>
              </a:tr>
            </a:tbl>
          </a:graphicData>
        </a:graphic>
      </p:graphicFrame>
      <p:pic>
        <p:nvPicPr>
          <p:cNvPr id="15" name="Picture 14">
            <a:extLst>
              <a:ext uri="{FF2B5EF4-FFF2-40B4-BE49-F238E27FC236}">
                <a16:creationId xmlns:a16="http://schemas.microsoft.com/office/drawing/2014/main" id="{F5835B8F-F703-BF4A-F77F-D43CCC87296C}"/>
              </a:ext>
            </a:extLst>
          </p:cNvPr>
          <p:cNvPicPr>
            <a:picLocks noChangeAspect="1"/>
          </p:cNvPicPr>
          <p:nvPr/>
        </p:nvPicPr>
        <p:blipFill rotWithShape="1">
          <a:blip r:embed="rId5"/>
          <a:srcRect l="1670" t="7916" r="2199" b="47773"/>
          <a:stretch/>
        </p:blipFill>
        <p:spPr>
          <a:xfrm>
            <a:off x="1530626" y="2315817"/>
            <a:ext cx="8691114" cy="2763079"/>
          </a:xfrm>
          <a:prstGeom prst="rect">
            <a:avLst/>
          </a:prstGeom>
        </p:spPr>
      </p:pic>
      <p:sp>
        <p:nvSpPr>
          <p:cNvPr id="19" name="TextBox 18">
            <a:extLst>
              <a:ext uri="{FF2B5EF4-FFF2-40B4-BE49-F238E27FC236}">
                <a16:creationId xmlns:a16="http://schemas.microsoft.com/office/drawing/2014/main" id="{990D4CE3-1E31-8349-893C-8551A94CB42C}"/>
              </a:ext>
            </a:extLst>
          </p:cNvPr>
          <p:cNvSpPr txBox="1"/>
          <p:nvPr/>
        </p:nvSpPr>
        <p:spPr>
          <a:xfrm>
            <a:off x="-1950145" y="6050444"/>
            <a:ext cx="6093822" cy="436530"/>
          </a:xfrm>
          <a:prstGeom prst="rect">
            <a:avLst/>
          </a:prstGeom>
          <a:noFill/>
        </p:spPr>
        <p:txBody>
          <a:bodyPr wrap="square">
            <a:spAutoFit/>
          </a:bodyPr>
          <a:lstStyle/>
          <a:p>
            <a:pPr marL="0" marR="0" lvl="0" indent="0" algn="r"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r>
              <a:rPr lang="en-US" sz="800" b="0" i="1" dirty="0">
                <a:latin typeface="Tahoma" panose="020B0604030504040204" pitchFamily="34" charset="0"/>
                <a:ea typeface="Tahoma" panose="020B0604030504040204" pitchFamily="34" charset="0"/>
                <a:cs typeface="Tahoma" panose="020B0604030504040204" pitchFamily="34" charset="0"/>
              </a:rPr>
              <a:t>Source: </a:t>
            </a:r>
            <a:r>
              <a:rPr lang="en-US" sz="800" i="1" dirty="0">
                <a:hlinkClick r:id="rId6"/>
              </a:rPr>
              <a:t>Reading Rockets | Launching Young Readers</a:t>
            </a:r>
            <a:r>
              <a:rPr lang="en-US" sz="800" b="0" i="1" dirty="0">
                <a:latin typeface="Tahoma" panose="020B0604030504040204" pitchFamily="34" charset="0"/>
                <a:ea typeface="Tahoma" panose="020B0604030504040204" pitchFamily="34" charset="0"/>
                <a:cs typeface="Tahoma" panose="020B0604030504040204" pitchFamily="34" charset="0"/>
              </a:rPr>
              <a:t> </a:t>
            </a:r>
            <a:endParaRPr lang="en-US" sz="800" b="0" i="0"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r>
              <a:rPr lang="en-US" sz="800" b="0" i="1" dirty="0">
                <a:latin typeface="Tahoma" panose="020B0604030504040204" pitchFamily="34" charset="0"/>
                <a:ea typeface="Tahoma" panose="020B0604030504040204" pitchFamily="34" charset="0"/>
                <a:cs typeface="Tahoma" panose="020B0604030504040204" pitchFamily="34" charset="0"/>
              </a:rPr>
              <a:t>                                                           </a:t>
            </a:r>
          </a:p>
        </p:txBody>
      </p:sp>
    </p:spTree>
    <p:extLst>
      <p:ext uri="{BB962C8B-B14F-4D97-AF65-F5344CB8AC3E}">
        <p14:creationId xmlns:p14="http://schemas.microsoft.com/office/powerpoint/2010/main" val="3922258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4F215-ED07-5E75-289D-B46C8EBA8A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ABD8EC-5CA8-0A4C-BC58-718B72954074}"/>
              </a:ext>
            </a:extLst>
          </p:cNvPr>
          <p:cNvSpPr>
            <a:spLocks noGrp="1"/>
          </p:cNvSpPr>
          <p:nvPr>
            <p:ph type="title"/>
          </p:nvPr>
        </p:nvSpPr>
        <p:spPr>
          <a:xfrm>
            <a:off x="1096766" y="244867"/>
            <a:ext cx="9875520" cy="1356360"/>
          </a:xfrm>
        </p:spPr>
        <p:txBody>
          <a:bodyPr/>
          <a:lstStyle/>
          <a:p>
            <a:r>
              <a:rPr lang="en-US">
                <a:latin typeface="Rockwell" panose="02060603020205020403" pitchFamily="18" charset="0"/>
              </a:rPr>
              <a:t>The Long Vowels</a:t>
            </a:r>
          </a:p>
        </p:txBody>
      </p:sp>
      <p:pic>
        <p:nvPicPr>
          <p:cNvPr id="5" name="Graphic 4" descr="Teacher">
            <a:extLst>
              <a:ext uri="{FF2B5EF4-FFF2-40B4-BE49-F238E27FC236}">
                <a16:creationId xmlns:a16="http://schemas.microsoft.com/office/drawing/2014/main" id="{C762FC1C-2C93-27A0-5A21-92266A7D567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02829" y="465847"/>
            <a:ext cx="914400" cy="914400"/>
          </a:xfrm>
          <a:prstGeom prst="rect">
            <a:avLst/>
          </a:prstGeom>
        </p:spPr>
      </p:pic>
      <p:graphicFrame>
        <p:nvGraphicFramePr>
          <p:cNvPr id="4" name="Content Placeholder 3">
            <a:extLst>
              <a:ext uri="{FF2B5EF4-FFF2-40B4-BE49-F238E27FC236}">
                <a16:creationId xmlns:a16="http://schemas.microsoft.com/office/drawing/2014/main" id="{16740980-5D69-13B3-493E-33E3E7737CF1}"/>
              </a:ext>
            </a:extLst>
          </p:cNvPr>
          <p:cNvGraphicFramePr>
            <a:graphicFrameLocks noGrp="1"/>
          </p:cNvGraphicFramePr>
          <p:nvPr>
            <p:ph idx="1"/>
          </p:nvPr>
        </p:nvGraphicFramePr>
        <p:xfrm>
          <a:off x="963725" y="1601227"/>
          <a:ext cx="9872664" cy="4435869"/>
        </p:xfrm>
        <a:graphic>
          <a:graphicData uri="http://schemas.openxmlformats.org/drawingml/2006/table">
            <a:tbl>
              <a:tblPr firstRow="1" bandRow="1">
                <a:tableStyleId>{5C22544A-7EE6-4342-B048-85BDC9FD1C3A}</a:tableStyleId>
              </a:tblPr>
              <a:tblGrid>
                <a:gridCol w="9872664">
                  <a:extLst>
                    <a:ext uri="{9D8B030D-6E8A-4147-A177-3AD203B41FA5}">
                      <a16:colId xmlns:a16="http://schemas.microsoft.com/office/drawing/2014/main" val="743422230"/>
                    </a:ext>
                  </a:extLst>
                </a:gridCol>
              </a:tblGrid>
              <a:tr h="4435869">
                <a:tc>
                  <a:txBody>
                    <a:bodyPr/>
                    <a:lstStyle/>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0" marR="0" lvl="0" indent="0" algn="ctr"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ctr"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ctr"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2496822786"/>
                  </a:ext>
                </a:extLst>
              </a:tr>
            </a:tbl>
          </a:graphicData>
        </a:graphic>
      </p:graphicFrame>
      <p:pic>
        <p:nvPicPr>
          <p:cNvPr id="15" name="Picture 14">
            <a:extLst>
              <a:ext uri="{FF2B5EF4-FFF2-40B4-BE49-F238E27FC236}">
                <a16:creationId xmlns:a16="http://schemas.microsoft.com/office/drawing/2014/main" id="{FA9819A2-DF6D-5D58-3598-2D31E2E2C2B8}"/>
              </a:ext>
            </a:extLst>
          </p:cNvPr>
          <p:cNvPicPr>
            <a:picLocks noChangeAspect="1"/>
          </p:cNvPicPr>
          <p:nvPr/>
        </p:nvPicPr>
        <p:blipFill rotWithShape="1">
          <a:blip r:embed="rId5"/>
          <a:srcRect l="2373" t="52789" r="2413" b="2811"/>
          <a:stretch/>
        </p:blipFill>
        <p:spPr>
          <a:xfrm>
            <a:off x="1451113" y="2409071"/>
            <a:ext cx="8955157" cy="2759278"/>
          </a:xfrm>
          <a:prstGeom prst="rect">
            <a:avLst/>
          </a:prstGeom>
        </p:spPr>
      </p:pic>
      <p:sp>
        <p:nvSpPr>
          <p:cNvPr id="19" name="TextBox 18">
            <a:extLst>
              <a:ext uri="{FF2B5EF4-FFF2-40B4-BE49-F238E27FC236}">
                <a16:creationId xmlns:a16="http://schemas.microsoft.com/office/drawing/2014/main" id="{DCD3C09F-BFD5-51B7-8164-12E10AB72806}"/>
              </a:ext>
            </a:extLst>
          </p:cNvPr>
          <p:cNvSpPr txBox="1"/>
          <p:nvPr/>
        </p:nvSpPr>
        <p:spPr>
          <a:xfrm>
            <a:off x="-1950145" y="6050444"/>
            <a:ext cx="6093822" cy="436530"/>
          </a:xfrm>
          <a:prstGeom prst="rect">
            <a:avLst/>
          </a:prstGeom>
          <a:noFill/>
        </p:spPr>
        <p:txBody>
          <a:bodyPr wrap="square">
            <a:spAutoFit/>
          </a:bodyPr>
          <a:lstStyle/>
          <a:p>
            <a:pPr marL="0" marR="0" lvl="0" indent="0" algn="r"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r>
              <a:rPr lang="en-US" sz="800" b="0" i="1">
                <a:latin typeface="Tahoma" panose="020B0604030504040204" pitchFamily="34" charset="0"/>
                <a:ea typeface="Tahoma" panose="020B0604030504040204" pitchFamily="34" charset="0"/>
                <a:cs typeface="Tahoma" panose="020B0604030504040204" pitchFamily="34" charset="0"/>
              </a:rPr>
              <a:t>Source: </a:t>
            </a:r>
            <a:r>
              <a:rPr lang="en-US" sz="800" i="1">
                <a:hlinkClick r:id="rId6"/>
              </a:rPr>
              <a:t>Reading Rockets | Launching Young Readers</a:t>
            </a:r>
            <a:r>
              <a:rPr lang="en-US" sz="800" b="0" i="1">
                <a:latin typeface="Tahoma" panose="020B0604030504040204" pitchFamily="34" charset="0"/>
                <a:ea typeface="Tahoma" panose="020B0604030504040204" pitchFamily="34" charset="0"/>
                <a:cs typeface="Tahoma" panose="020B0604030504040204" pitchFamily="34" charset="0"/>
              </a:rPr>
              <a:t> </a:t>
            </a:r>
            <a:endParaRPr lang="en-US" sz="800" b="0" i="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r>
              <a:rPr lang="en-US" sz="800" b="0" i="1">
                <a:latin typeface="Tahoma" panose="020B0604030504040204" pitchFamily="34" charset="0"/>
                <a:ea typeface="Tahoma" panose="020B0604030504040204" pitchFamily="34" charset="0"/>
                <a:cs typeface="Tahoma" panose="020B0604030504040204" pitchFamily="34" charset="0"/>
              </a:rPr>
              <a:t>                                                           </a:t>
            </a:r>
          </a:p>
        </p:txBody>
      </p:sp>
    </p:spTree>
    <p:extLst>
      <p:ext uri="{BB962C8B-B14F-4D97-AF65-F5344CB8AC3E}">
        <p14:creationId xmlns:p14="http://schemas.microsoft.com/office/powerpoint/2010/main" val="1603367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3DD3-C27C-457D-ADDD-066D01CB95CA}"/>
              </a:ext>
            </a:extLst>
          </p:cNvPr>
          <p:cNvSpPr>
            <a:spLocks noGrp="1"/>
          </p:cNvSpPr>
          <p:nvPr>
            <p:ph type="title"/>
          </p:nvPr>
        </p:nvSpPr>
        <p:spPr>
          <a:xfrm>
            <a:off x="1096766" y="244867"/>
            <a:ext cx="9875520" cy="1356360"/>
          </a:xfrm>
        </p:spPr>
        <p:txBody>
          <a:bodyPr/>
          <a:lstStyle/>
          <a:p>
            <a:r>
              <a:rPr lang="en-US">
                <a:latin typeface="Rockwell" panose="02060603020205020403" pitchFamily="18" charset="0"/>
              </a:rPr>
              <a:t>The Long Vowels</a:t>
            </a:r>
          </a:p>
        </p:txBody>
      </p:sp>
      <p:pic>
        <p:nvPicPr>
          <p:cNvPr id="5" name="Graphic 4" descr="Teacher">
            <a:extLst>
              <a:ext uri="{FF2B5EF4-FFF2-40B4-BE49-F238E27FC236}">
                <a16:creationId xmlns:a16="http://schemas.microsoft.com/office/drawing/2014/main" id="{79AA3F49-E7A4-4660-84DA-0DC43809C2D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02829" y="465847"/>
            <a:ext cx="914400" cy="914400"/>
          </a:xfrm>
          <a:prstGeom prst="rect">
            <a:avLst/>
          </a:prstGeom>
        </p:spPr>
      </p:pic>
      <p:graphicFrame>
        <p:nvGraphicFramePr>
          <p:cNvPr id="4" name="Content Placeholder 3">
            <a:extLst>
              <a:ext uri="{FF2B5EF4-FFF2-40B4-BE49-F238E27FC236}">
                <a16:creationId xmlns:a16="http://schemas.microsoft.com/office/drawing/2014/main" id="{31F44B22-324B-4DE8-B32C-85312184904C}"/>
              </a:ext>
            </a:extLst>
          </p:cNvPr>
          <p:cNvGraphicFramePr>
            <a:graphicFrameLocks noGrp="1"/>
          </p:cNvGraphicFramePr>
          <p:nvPr>
            <p:ph idx="1"/>
          </p:nvPr>
        </p:nvGraphicFramePr>
        <p:xfrm>
          <a:off x="963725" y="1601227"/>
          <a:ext cx="9872664" cy="4435869"/>
        </p:xfrm>
        <a:graphic>
          <a:graphicData uri="http://schemas.openxmlformats.org/drawingml/2006/table">
            <a:tbl>
              <a:tblPr firstRow="1" bandRow="1">
                <a:tableStyleId>{5C22544A-7EE6-4342-B048-85BDC9FD1C3A}</a:tableStyleId>
              </a:tblPr>
              <a:tblGrid>
                <a:gridCol w="9872664">
                  <a:extLst>
                    <a:ext uri="{9D8B030D-6E8A-4147-A177-3AD203B41FA5}">
                      <a16:colId xmlns:a16="http://schemas.microsoft.com/office/drawing/2014/main" val="743422230"/>
                    </a:ext>
                  </a:extLst>
                </a:gridCol>
              </a:tblGrid>
              <a:tr h="4435869">
                <a:tc>
                  <a:txBody>
                    <a:bodyPr/>
                    <a:lstStyle/>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1800" b="0" i="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800" b="0" i="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1800" b="0" i="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800" b="0" i="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800" b="0" i="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800" b="0" i="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800" b="0" i="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800" b="0" i="0">
                        <a:latin typeface="Tahoma" panose="020B0604030504040204" pitchFamily="34" charset="0"/>
                        <a:ea typeface="Tahoma" panose="020B0604030504040204" pitchFamily="34" charset="0"/>
                        <a:cs typeface="Tahoma" panose="020B0604030504040204" pitchFamily="34" charset="0"/>
                      </a:endParaRPr>
                    </a:p>
                    <a:p>
                      <a:pPr marL="0" marR="0" lvl="0" indent="0" algn="ctr"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ctr"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ctr"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2496822786"/>
                  </a:ext>
                </a:extLst>
              </a:tr>
            </a:tbl>
          </a:graphicData>
        </a:graphic>
      </p:graphicFrame>
      <p:pic>
        <p:nvPicPr>
          <p:cNvPr id="17" name="Picture 16">
            <a:extLst>
              <a:ext uri="{FF2B5EF4-FFF2-40B4-BE49-F238E27FC236}">
                <a16:creationId xmlns:a16="http://schemas.microsoft.com/office/drawing/2014/main" id="{30A6F5CB-23B9-08BD-9B8D-19A9403749D1}"/>
              </a:ext>
            </a:extLst>
          </p:cNvPr>
          <p:cNvPicPr>
            <a:picLocks noChangeAspect="1"/>
          </p:cNvPicPr>
          <p:nvPr/>
        </p:nvPicPr>
        <p:blipFill>
          <a:blip r:embed="rId5"/>
          <a:srcRect l="3937" t="14086" r="1783" b="5964"/>
          <a:stretch/>
        </p:blipFill>
        <p:spPr>
          <a:xfrm>
            <a:off x="1699590" y="2633870"/>
            <a:ext cx="8597349" cy="2087217"/>
          </a:xfrm>
          <a:prstGeom prst="rect">
            <a:avLst/>
          </a:prstGeom>
        </p:spPr>
      </p:pic>
      <p:sp>
        <p:nvSpPr>
          <p:cNvPr id="19" name="TextBox 18">
            <a:extLst>
              <a:ext uri="{FF2B5EF4-FFF2-40B4-BE49-F238E27FC236}">
                <a16:creationId xmlns:a16="http://schemas.microsoft.com/office/drawing/2014/main" id="{990D4CE3-1E31-8349-893C-8551A94CB42C}"/>
              </a:ext>
            </a:extLst>
          </p:cNvPr>
          <p:cNvSpPr txBox="1"/>
          <p:nvPr/>
        </p:nvSpPr>
        <p:spPr>
          <a:xfrm>
            <a:off x="-1950145" y="6050444"/>
            <a:ext cx="6093822" cy="436530"/>
          </a:xfrm>
          <a:prstGeom prst="rect">
            <a:avLst/>
          </a:prstGeom>
          <a:noFill/>
        </p:spPr>
        <p:txBody>
          <a:bodyPr wrap="square">
            <a:spAutoFit/>
          </a:bodyPr>
          <a:lstStyle/>
          <a:p>
            <a:pPr marL="0" marR="0" lvl="0" indent="0" algn="r"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r>
              <a:rPr lang="en-US" sz="800" b="0" i="1">
                <a:latin typeface="Tahoma" panose="020B0604030504040204" pitchFamily="34" charset="0"/>
                <a:ea typeface="Tahoma" panose="020B0604030504040204" pitchFamily="34" charset="0"/>
                <a:cs typeface="Tahoma" panose="020B0604030504040204" pitchFamily="34" charset="0"/>
              </a:rPr>
              <a:t>Source: </a:t>
            </a:r>
            <a:r>
              <a:rPr lang="en-US" sz="800" i="1">
                <a:hlinkClick r:id="rId6"/>
              </a:rPr>
              <a:t>Reading Rockets | Launching Young Readers</a:t>
            </a:r>
            <a:r>
              <a:rPr lang="en-US" sz="800" b="0" i="1">
                <a:latin typeface="Tahoma" panose="020B0604030504040204" pitchFamily="34" charset="0"/>
                <a:ea typeface="Tahoma" panose="020B0604030504040204" pitchFamily="34" charset="0"/>
                <a:cs typeface="Tahoma" panose="020B0604030504040204" pitchFamily="34" charset="0"/>
              </a:rPr>
              <a:t> </a:t>
            </a:r>
            <a:endParaRPr lang="en-US" sz="800" b="0" i="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r>
              <a:rPr lang="en-US" sz="800" b="0" i="1">
                <a:latin typeface="Tahoma" panose="020B0604030504040204" pitchFamily="34" charset="0"/>
                <a:ea typeface="Tahoma" panose="020B0604030504040204" pitchFamily="34" charset="0"/>
                <a:cs typeface="Tahoma" panose="020B0604030504040204" pitchFamily="34" charset="0"/>
              </a:rPr>
              <a:t>                                                           </a:t>
            </a:r>
          </a:p>
        </p:txBody>
      </p:sp>
    </p:spTree>
    <p:extLst>
      <p:ext uri="{BB962C8B-B14F-4D97-AF65-F5344CB8AC3E}">
        <p14:creationId xmlns:p14="http://schemas.microsoft.com/office/powerpoint/2010/main" val="2555074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3DD3-C27C-457D-ADDD-066D01CB95CA}"/>
              </a:ext>
            </a:extLst>
          </p:cNvPr>
          <p:cNvSpPr>
            <a:spLocks noGrp="1"/>
          </p:cNvSpPr>
          <p:nvPr>
            <p:ph type="title"/>
          </p:nvPr>
        </p:nvSpPr>
        <p:spPr>
          <a:xfrm>
            <a:off x="1096766" y="244867"/>
            <a:ext cx="9875520" cy="1356360"/>
          </a:xfrm>
        </p:spPr>
        <p:txBody>
          <a:bodyPr/>
          <a:lstStyle/>
          <a:p>
            <a:r>
              <a:rPr lang="en-US" dirty="0">
                <a:latin typeface="Rockwell" panose="02060603020205020403" pitchFamily="18" charset="0"/>
              </a:rPr>
              <a:t>The Long Vowels</a:t>
            </a:r>
          </a:p>
        </p:txBody>
      </p:sp>
      <p:pic>
        <p:nvPicPr>
          <p:cNvPr id="5" name="Graphic 4" descr="Teacher">
            <a:extLst>
              <a:ext uri="{FF2B5EF4-FFF2-40B4-BE49-F238E27FC236}">
                <a16:creationId xmlns:a16="http://schemas.microsoft.com/office/drawing/2014/main" id="{79AA3F49-E7A4-4660-84DA-0DC43809C2D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02829" y="465847"/>
            <a:ext cx="914400" cy="914400"/>
          </a:xfrm>
          <a:prstGeom prst="rect">
            <a:avLst/>
          </a:prstGeom>
        </p:spPr>
      </p:pic>
      <p:graphicFrame>
        <p:nvGraphicFramePr>
          <p:cNvPr id="4" name="Content Placeholder 3">
            <a:extLst>
              <a:ext uri="{FF2B5EF4-FFF2-40B4-BE49-F238E27FC236}">
                <a16:creationId xmlns:a16="http://schemas.microsoft.com/office/drawing/2014/main" id="{31F44B22-324B-4DE8-B32C-85312184904C}"/>
              </a:ext>
            </a:extLst>
          </p:cNvPr>
          <p:cNvGraphicFramePr>
            <a:graphicFrameLocks noGrp="1"/>
          </p:cNvGraphicFramePr>
          <p:nvPr>
            <p:ph idx="1"/>
            <p:extLst>
              <p:ext uri="{D42A27DB-BD31-4B8C-83A1-F6EECF244321}">
                <p14:modId xmlns:p14="http://schemas.microsoft.com/office/powerpoint/2010/main" val="2418794808"/>
              </p:ext>
            </p:extLst>
          </p:nvPr>
        </p:nvGraphicFramePr>
        <p:xfrm>
          <a:off x="1371600" y="1618294"/>
          <a:ext cx="9660732" cy="4435869"/>
        </p:xfrm>
        <a:graphic>
          <a:graphicData uri="http://schemas.openxmlformats.org/drawingml/2006/table">
            <a:tbl>
              <a:tblPr firstRow="1" bandRow="1">
                <a:tableStyleId>{5C22544A-7EE6-4342-B048-85BDC9FD1C3A}</a:tableStyleId>
              </a:tblPr>
              <a:tblGrid>
                <a:gridCol w="4724400">
                  <a:extLst>
                    <a:ext uri="{9D8B030D-6E8A-4147-A177-3AD203B41FA5}">
                      <a16:colId xmlns:a16="http://schemas.microsoft.com/office/drawing/2014/main" val="743422230"/>
                    </a:ext>
                  </a:extLst>
                </a:gridCol>
                <a:gridCol w="4936332">
                  <a:extLst>
                    <a:ext uri="{9D8B030D-6E8A-4147-A177-3AD203B41FA5}">
                      <a16:colId xmlns:a16="http://schemas.microsoft.com/office/drawing/2014/main" val="777156215"/>
                    </a:ext>
                  </a:extLst>
                </a:gridCol>
              </a:tblGrid>
              <a:tr h="472727">
                <a:tc gridSpan="2">
                  <a:txBody>
                    <a:bodyPr/>
                    <a:lstStyle/>
                    <a:p>
                      <a:r>
                        <a:rPr lang="en-US" dirty="0">
                          <a:latin typeface="Tahoma" panose="020B0604030504040204" pitchFamily="34" charset="0"/>
                          <a:ea typeface="Tahoma" panose="020B0604030504040204" pitchFamily="34" charset="0"/>
                          <a:cs typeface="Tahoma" panose="020B0604030504040204" pitchFamily="34" charset="0"/>
                        </a:rPr>
                        <a:t>Four Ways to Form Long Vowel Sounds</a:t>
                      </a:r>
                    </a:p>
                  </a:txBody>
                  <a:tcPr/>
                </a:tc>
                <a:tc hMerge="1">
                  <a:txBody>
                    <a:bodyPr/>
                    <a:lstStyle/>
                    <a:p>
                      <a:r>
                        <a:rPr lang="en-US">
                          <a:latin typeface="Tahoma" panose="020B0604030504040204" pitchFamily="34" charset="0"/>
                          <a:ea typeface="Tahoma" panose="020B0604030504040204" pitchFamily="34" charset="0"/>
                          <a:cs typeface="Tahoma" panose="020B0604030504040204" pitchFamily="34" charset="0"/>
                        </a:rPr>
                        <a:t>SHORT VOWELS</a:t>
                      </a:r>
                    </a:p>
                  </a:txBody>
                  <a:tcPr/>
                </a:tc>
                <a:extLst>
                  <a:ext uri="{0D108BD9-81ED-4DB2-BD59-A6C34878D82A}">
                    <a16:rowId xmlns:a16="http://schemas.microsoft.com/office/drawing/2014/main" val="2496822786"/>
                  </a:ext>
                </a:extLst>
              </a:tr>
              <a:tr h="3963142">
                <a:tc>
                  <a:txBody>
                    <a:bodyPr/>
                    <a:lstStyle/>
                    <a:p>
                      <a:pPr marL="285750" indent="-285750">
                        <a:buFont typeface="Wingdings" panose="05000000000000000000" pitchFamily="2" charset="2"/>
                        <a:buChar char="ü"/>
                      </a:pPr>
                      <a:r>
                        <a:rPr lang="en-US" sz="1800" b="0" i="0" kern="1200" dirty="0">
                          <a:solidFill>
                            <a:schemeClr val="dk1"/>
                          </a:solidFill>
                          <a:effectLst/>
                          <a:latin typeface="+mn-lt"/>
                          <a:ea typeface="+mn-ea"/>
                          <a:cs typeface="+mn-cs"/>
                        </a:rPr>
                        <a:t>A vowel at the end of a syllable can be long.</a:t>
                      </a:r>
                    </a:p>
                    <a:p>
                      <a:pPr marL="285750" indent="-285750">
                        <a:buFont typeface="Wingdings" panose="05000000000000000000" pitchFamily="2" charset="2"/>
                        <a:buChar char="ü"/>
                      </a:pPr>
                      <a:r>
                        <a:rPr lang="en-US" sz="1800" b="0" i="0" kern="1200" dirty="0">
                          <a:solidFill>
                            <a:schemeClr val="dk1"/>
                          </a:solidFill>
                          <a:effectLst/>
                          <a:latin typeface="+mn-lt"/>
                          <a:ea typeface="+mn-ea"/>
                          <a:cs typeface="+mn-cs"/>
                        </a:rPr>
                        <a:t>Silent E can make the previous vowel long.</a:t>
                      </a:r>
                    </a:p>
                    <a:p>
                      <a:pPr marL="285750" indent="-285750">
                        <a:buFont typeface="Wingdings" panose="05000000000000000000" pitchFamily="2" charset="2"/>
                        <a:buChar char="ü"/>
                      </a:pPr>
                      <a:r>
                        <a:rPr lang="en-US" sz="1800" b="0" i="0" kern="1200" dirty="0">
                          <a:solidFill>
                            <a:schemeClr val="dk1"/>
                          </a:solidFill>
                          <a:effectLst/>
                          <a:latin typeface="+mn-lt"/>
                          <a:ea typeface="+mn-ea"/>
                          <a:cs typeface="+mn-cs"/>
                        </a:rPr>
                        <a:t>Vowel teams can make long vowel sounds.</a:t>
                      </a: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lang="en-US" sz="1800" b="0" i="0" kern="1200" dirty="0">
                          <a:solidFill>
                            <a:schemeClr val="dk1"/>
                          </a:solidFill>
                          <a:effectLst/>
                          <a:latin typeface="+mn-lt"/>
                          <a:ea typeface="+mn-ea"/>
                          <a:cs typeface="+mn-cs"/>
                        </a:rPr>
                        <a:t>I or O can be long when they come before two consonants.</a:t>
                      </a: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r>
                        <a:rPr lang="en-US" sz="1800" b="0" i="0" dirty="0">
                          <a:latin typeface="Tahoma" panose="020B0604030504040204" pitchFamily="34" charset="0"/>
                          <a:ea typeface="Tahoma" panose="020B0604030504040204" pitchFamily="34" charset="0"/>
                          <a:cs typeface="Tahoma" panose="020B0604030504040204" pitchFamily="34" charset="0"/>
                        </a:rPr>
                        <a:t>                                                   </a:t>
                      </a:r>
                    </a:p>
                  </a:txBody>
                  <a:tcPr/>
                </a:tc>
                <a:tc>
                  <a:txBody>
                    <a:bodyPr/>
                    <a:lstStyle/>
                    <a:p>
                      <a:pPr marL="285750" indent="-285750">
                        <a:lnSpc>
                          <a:spcPct val="150000"/>
                        </a:lnSpc>
                        <a:buFont typeface="Wingdings" panose="05000000000000000000" pitchFamily="2" charset="2"/>
                        <a:buChar char="Ø"/>
                      </a:pPr>
                      <a:endParaRPr lang="en-US" sz="1600" dirty="0">
                        <a:latin typeface="Tahoma" panose="020B0604030504040204" pitchFamily="34" charset="0"/>
                        <a:ea typeface="Tahoma" panose="020B0604030504040204" pitchFamily="34" charset="0"/>
                        <a:cs typeface="Tahoma" panose="020B0604030504040204" pitchFamily="34" charset="0"/>
                      </a:endParaRPr>
                    </a:p>
                    <a:p>
                      <a:pPr marL="285750" indent="-285750">
                        <a:lnSpc>
                          <a:spcPct val="150000"/>
                        </a:lnSpc>
                        <a:buFont typeface="Wingdings" panose="05000000000000000000" pitchFamily="2" charset="2"/>
                        <a:buChar char="Ø"/>
                      </a:pPr>
                      <a:endParaRPr lang="en-US" sz="1600" dirty="0">
                        <a:latin typeface="Tahoma" panose="020B0604030504040204" pitchFamily="34" charset="0"/>
                        <a:ea typeface="Tahoma" panose="020B0604030504040204" pitchFamily="34" charset="0"/>
                        <a:cs typeface="Tahoma" panose="020B0604030504040204" pitchFamily="34" charset="0"/>
                      </a:endParaRPr>
                    </a:p>
                    <a:p>
                      <a:pPr marL="285750" indent="-285750">
                        <a:lnSpc>
                          <a:spcPct val="150000"/>
                        </a:lnSpc>
                        <a:buFont typeface="Wingdings" panose="05000000000000000000" pitchFamily="2" charset="2"/>
                        <a:buChar char="Ø"/>
                      </a:pPr>
                      <a:endParaRPr lang="en-US" sz="1600" dirty="0">
                        <a:latin typeface="Tahoma" panose="020B0604030504040204" pitchFamily="34" charset="0"/>
                        <a:ea typeface="Tahoma" panose="020B0604030504040204" pitchFamily="34" charset="0"/>
                        <a:cs typeface="Tahoma" panose="020B0604030504040204" pitchFamily="34" charset="0"/>
                      </a:endParaRPr>
                    </a:p>
                    <a:p>
                      <a:pPr marL="285750" indent="-285750">
                        <a:lnSpc>
                          <a:spcPct val="150000"/>
                        </a:lnSpc>
                        <a:buFont typeface="Wingdings" panose="05000000000000000000" pitchFamily="2" charset="2"/>
                        <a:buChar char="Ø"/>
                      </a:pPr>
                      <a:endParaRPr lang="en-US" sz="1600" dirty="0">
                        <a:latin typeface="Tahoma" panose="020B0604030504040204" pitchFamily="34" charset="0"/>
                        <a:ea typeface="Tahoma" panose="020B0604030504040204" pitchFamily="34" charset="0"/>
                        <a:cs typeface="Tahoma" panose="020B0604030504040204" pitchFamily="34" charset="0"/>
                      </a:endParaRPr>
                    </a:p>
                    <a:p>
                      <a:pPr marL="285750" indent="-285750">
                        <a:lnSpc>
                          <a:spcPct val="150000"/>
                        </a:lnSpc>
                        <a:buFont typeface="Wingdings" panose="05000000000000000000" pitchFamily="2" charset="2"/>
                        <a:buChar char="Ø"/>
                      </a:pPr>
                      <a:endParaRPr lang="en-US" sz="1600" dirty="0">
                        <a:latin typeface="Tahoma" panose="020B0604030504040204" pitchFamily="34" charset="0"/>
                        <a:ea typeface="Tahoma" panose="020B0604030504040204" pitchFamily="34" charset="0"/>
                        <a:cs typeface="Tahoma" panose="020B0604030504040204" pitchFamily="34" charset="0"/>
                      </a:endParaRPr>
                    </a:p>
                    <a:p>
                      <a:pPr marL="285750" indent="-285750">
                        <a:lnSpc>
                          <a:spcPct val="150000"/>
                        </a:lnSpc>
                        <a:buFont typeface="Wingdings" panose="05000000000000000000" pitchFamily="2" charset="2"/>
                        <a:buChar char="Ø"/>
                      </a:pPr>
                      <a:endParaRPr lang="en-US" sz="1600" dirty="0">
                        <a:latin typeface="Tahoma" panose="020B0604030504040204" pitchFamily="34" charset="0"/>
                        <a:ea typeface="Tahoma" panose="020B0604030504040204" pitchFamily="34" charset="0"/>
                        <a:cs typeface="Tahoma" panose="020B0604030504040204" pitchFamily="34" charset="0"/>
                      </a:endParaRPr>
                    </a:p>
                    <a:p>
                      <a:pPr marL="285750" indent="-285750">
                        <a:lnSpc>
                          <a:spcPct val="150000"/>
                        </a:lnSpc>
                        <a:buFont typeface="Wingdings" panose="05000000000000000000" pitchFamily="2" charset="2"/>
                        <a:buChar char="Ø"/>
                      </a:pPr>
                      <a:endParaRPr lang="en-US" sz="1600" dirty="0">
                        <a:latin typeface="Tahoma" panose="020B0604030504040204" pitchFamily="34" charset="0"/>
                        <a:ea typeface="Tahoma" panose="020B0604030504040204" pitchFamily="34" charset="0"/>
                        <a:cs typeface="Tahoma" panose="020B0604030504040204" pitchFamily="34" charset="0"/>
                      </a:endParaRPr>
                    </a:p>
                    <a:p>
                      <a:pPr marL="285750" indent="-285750">
                        <a:lnSpc>
                          <a:spcPct val="150000"/>
                        </a:lnSpc>
                        <a:buFont typeface="Wingdings" panose="05000000000000000000" pitchFamily="2" charset="2"/>
                        <a:buChar char="Ø"/>
                      </a:pPr>
                      <a:endParaRPr lang="en-US" sz="1600" dirty="0">
                        <a:latin typeface="Tahoma" panose="020B0604030504040204" pitchFamily="34" charset="0"/>
                        <a:ea typeface="Tahoma" panose="020B0604030504040204" pitchFamily="34" charset="0"/>
                        <a:cs typeface="Tahoma" panose="020B0604030504040204" pitchFamily="34" charset="0"/>
                      </a:endParaRPr>
                    </a:p>
                    <a:p>
                      <a:pPr marL="285750" indent="-285750">
                        <a:lnSpc>
                          <a:spcPct val="150000"/>
                        </a:lnSpc>
                        <a:buFont typeface="Wingdings" panose="05000000000000000000" pitchFamily="2" charset="2"/>
                        <a:buChar char="Ø"/>
                      </a:pPr>
                      <a:endParaRPr lang="en-US" sz="1600" dirty="0">
                        <a:latin typeface="Tahoma" panose="020B0604030504040204" pitchFamily="34" charset="0"/>
                        <a:ea typeface="Tahoma" panose="020B0604030504040204" pitchFamily="34" charset="0"/>
                        <a:cs typeface="Tahoma" panose="020B0604030504040204" pitchFamily="34" charset="0"/>
                      </a:endParaRPr>
                    </a:p>
                    <a:p>
                      <a:pPr marL="285750" indent="-285750">
                        <a:lnSpc>
                          <a:spcPct val="150000"/>
                        </a:lnSpc>
                        <a:buFont typeface="Wingdings" panose="05000000000000000000" pitchFamily="2" charset="2"/>
                        <a:buChar char="Ø"/>
                      </a:pPr>
                      <a:endParaRPr lang="en-US" sz="1600" dirty="0">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744739329"/>
                  </a:ext>
                </a:extLst>
              </a:tr>
            </a:tbl>
          </a:graphicData>
        </a:graphic>
      </p:graphicFrame>
      <p:pic>
        <p:nvPicPr>
          <p:cNvPr id="1026" name="Picture 2">
            <a:extLst>
              <a:ext uri="{FF2B5EF4-FFF2-40B4-BE49-F238E27FC236}">
                <a16:creationId xmlns:a16="http://schemas.microsoft.com/office/drawing/2014/main" id="{DEAE8C65-F654-C70A-2D13-C6EBCFB194E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60029" y="2225797"/>
            <a:ext cx="3065541" cy="368748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2EC4B87-1C9E-8441-A9FD-D166ED8515BF}"/>
              </a:ext>
            </a:extLst>
          </p:cNvPr>
          <p:cNvSpPr txBox="1"/>
          <p:nvPr/>
        </p:nvSpPr>
        <p:spPr>
          <a:xfrm>
            <a:off x="1523407" y="6121265"/>
            <a:ext cx="6093822" cy="256673"/>
          </a:xfrm>
          <a:prstGeom prst="rect">
            <a:avLst/>
          </a:prstGeom>
          <a:noFill/>
        </p:spPr>
        <p:txBody>
          <a:bodyPr wrap="square">
            <a:spAutoFit/>
          </a:bodyPr>
          <a:lstStyle/>
          <a:p>
            <a:pPr marL="0" indent="0">
              <a:lnSpc>
                <a:spcPct val="150000"/>
              </a:lnSpc>
              <a:buFont typeface="Wingdings" panose="05000000000000000000" pitchFamily="2" charset="2"/>
              <a:buNone/>
            </a:pPr>
            <a:r>
              <a:rPr lang="en-US" sz="800" i="1" dirty="0">
                <a:latin typeface="Tahoma" panose="020B0604030504040204" pitchFamily="34" charset="0"/>
                <a:ea typeface="Tahoma" panose="020B0604030504040204" pitchFamily="34" charset="0"/>
                <a:cs typeface="Tahoma" panose="020B0604030504040204" pitchFamily="34" charset="0"/>
              </a:rPr>
              <a:t>Source:  </a:t>
            </a:r>
            <a:r>
              <a:rPr lang="en-US" sz="800" i="1" dirty="0">
                <a:hlinkClick r:id="rId6"/>
              </a:rPr>
              <a:t>A Handy Guide to Long Vowel Sounds (+ 5 FREE Downloads) (allaboutlearningpress.com)</a:t>
            </a:r>
            <a:endParaRPr lang="en-US" sz="800" i="1"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451734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1026"/>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3DD3-C27C-457D-ADDD-066D01CB95CA}"/>
              </a:ext>
            </a:extLst>
          </p:cNvPr>
          <p:cNvSpPr>
            <a:spLocks noGrp="1"/>
          </p:cNvSpPr>
          <p:nvPr>
            <p:ph type="title"/>
          </p:nvPr>
        </p:nvSpPr>
        <p:spPr>
          <a:xfrm>
            <a:off x="1096766" y="244867"/>
            <a:ext cx="9875520" cy="1356360"/>
          </a:xfrm>
        </p:spPr>
        <p:txBody>
          <a:bodyPr/>
          <a:lstStyle/>
          <a:p>
            <a:r>
              <a:rPr lang="en-US" dirty="0">
                <a:latin typeface="Rockwell" panose="02060603020205020403" pitchFamily="18" charset="0"/>
              </a:rPr>
              <a:t>The Short Vowels</a:t>
            </a:r>
          </a:p>
        </p:txBody>
      </p:sp>
      <p:pic>
        <p:nvPicPr>
          <p:cNvPr id="5" name="Graphic 4" descr="Teacher">
            <a:extLst>
              <a:ext uri="{FF2B5EF4-FFF2-40B4-BE49-F238E27FC236}">
                <a16:creationId xmlns:a16="http://schemas.microsoft.com/office/drawing/2014/main" id="{79AA3F49-E7A4-4660-84DA-0DC43809C2D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02829" y="465847"/>
            <a:ext cx="914400" cy="914400"/>
          </a:xfrm>
          <a:prstGeom prst="rect">
            <a:avLst/>
          </a:prstGeom>
        </p:spPr>
      </p:pic>
      <p:graphicFrame>
        <p:nvGraphicFramePr>
          <p:cNvPr id="4" name="Content Placeholder 3">
            <a:extLst>
              <a:ext uri="{FF2B5EF4-FFF2-40B4-BE49-F238E27FC236}">
                <a16:creationId xmlns:a16="http://schemas.microsoft.com/office/drawing/2014/main" id="{31F44B22-324B-4DE8-B32C-85312184904C}"/>
              </a:ext>
            </a:extLst>
          </p:cNvPr>
          <p:cNvGraphicFramePr>
            <a:graphicFrameLocks noGrp="1"/>
          </p:cNvGraphicFramePr>
          <p:nvPr>
            <p:ph idx="1"/>
            <p:extLst>
              <p:ext uri="{D42A27DB-BD31-4B8C-83A1-F6EECF244321}">
                <p14:modId xmlns:p14="http://schemas.microsoft.com/office/powerpoint/2010/main" val="246159691"/>
              </p:ext>
            </p:extLst>
          </p:nvPr>
        </p:nvGraphicFramePr>
        <p:xfrm>
          <a:off x="1159668" y="1618294"/>
          <a:ext cx="9872664" cy="4435869"/>
        </p:xfrm>
        <a:graphic>
          <a:graphicData uri="http://schemas.openxmlformats.org/drawingml/2006/table">
            <a:tbl>
              <a:tblPr firstRow="1" bandRow="1">
                <a:tableStyleId>{5C22544A-7EE6-4342-B048-85BDC9FD1C3A}</a:tableStyleId>
              </a:tblPr>
              <a:tblGrid>
                <a:gridCol w="9872664">
                  <a:extLst>
                    <a:ext uri="{9D8B030D-6E8A-4147-A177-3AD203B41FA5}">
                      <a16:colId xmlns:a16="http://schemas.microsoft.com/office/drawing/2014/main" val="743422230"/>
                    </a:ext>
                  </a:extLst>
                </a:gridCol>
              </a:tblGrid>
              <a:tr h="4435869">
                <a:tc>
                  <a:txBody>
                    <a:bodyPr/>
                    <a:lstStyle/>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2496822786"/>
                  </a:ext>
                </a:extLst>
              </a:tr>
            </a:tbl>
          </a:graphicData>
        </a:graphic>
      </p:graphicFrame>
      <p:pic>
        <p:nvPicPr>
          <p:cNvPr id="12" name="Picture 11">
            <a:extLst>
              <a:ext uri="{FF2B5EF4-FFF2-40B4-BE49-F238E27FC236}">
                <a16:creationId xmlns:a16="http://schemas.microsoft.com/office/drawing/2014/main" id="{A09F4E83-BB6D-8619-75AB-BA19FADCD053}"/>
              </a:ext>
            </a:extLst>
          </p:cNvPr>
          <p:cNvPicPr>
            <a:picLocks noChangeAspect="1"/>
          </p:cNvPicPr>
          <p:nvPr/>
        </p:nvPicPr>
        <p:blipFill rotWithShape="1">
          <a:blip r:embed="rId5"/>
          <a:srcRect l="2030" t="8295" r="2422" b="52538"/>
          <a:stretch/>
        </p:blipFill>
        <p:spPr>
          <a:xfrm>
            <a:off x="1792356" y="2633869"/>
            <a:ext cx="8607288" cy="2236305"/>
          </a:xfrm>
          <a:prstGeom prst="rect">
            <a:avLst/>
          </a:prstGeom>
        </p:spPr>
      </p:pic>
      <p:sp>
        <p:nvSpPr>
          <p:cNvPr id="13" name="TextBox 12">
            <a:extLst>
              <a:ext uri="{FF2B5EF4-FFF2-40B4-BE49-F238E27FC236}">
                <a16:creationId xmlns:a16="http://schemas.microsoft.com/office/drawing/2014/main" id="{5D444932-85B7-3E56-FF18-DE0B9268E61B}"/>
              </a:ext>
            </a:extLst>
          </p:cNvPr>
          <p:cNvSpPr txBox="1"/>
          <p:nvPr/>
        </p:nvSpPr>
        <p:spPr>
          <a:xfrm>
            <a:off x="4247596" y="6266565"/>
            <a:ext cx="2455233" cy="21544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800" b="0" i="1" dirty="0">
                <a:latin typeface="Tahoma" panose="020B0604030504040204" pitchFamily="34" charset="0"/>
                <a:ea typeface="Tahoma" panose="020B0604030504040204" pitchFamily="34" charset="0"/>
                <a:cs typeface="Tahoma" panose="020B0604030504040204" pitchFamily="34" charset="0"/>
              </a:rPr>
              <a:t>Source: </a:t>
            </a:r>
            <a:r>
              <a:rPr lang="en-US" sz="800" i="1" dirty="0">
                <a:hlinkClick r:id="rId6"/>
              </a:rPr>
              <a:t>Reading Rockets | Launching Young Readers</a:t>
            </a:r>
            <a:r>
              <a:rPr lang="en-US" sz="800" b="0" i="1" dirty="0">
                <a:latin typeface="Tahoma" panose="020B0604030504040204" pitchFamily="34" charset="0"/>
                <a:ea typeface="Tahoma" panose="020B0604030504040204" pitchFamily="34" charset="0"/>
                <a:cs typeface="Tahoma" panose="020B0604030504040204" pitchFamily="34" charset="0"/>
              </a:rPr>
              <a:t> </a:t>
            </a:r>
            <a:endParaRPr lang="en-US" sz="800" b="0" i="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8344991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84D82-C61B-3A3E-2A4C-F80FB96270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2DBD15-945D-5F21-837F-B797A743F0FA}"/>
              </a:ext>
            </a:extLst>
          </p:cNvPr>
          <p:cNvSpPr>
            <a:spLocks noGrp="1"/>
          </p:cNvSpPr>
          <p:nvPr>
            <p:ph type="title"/>
          </p:nvPr>
        </p:nvSpPr>
        <p:spPr>
          <a:xfrm>
            <a:off x="1096766" y="244867"/>
            <a:ext cx="9875520" cy="1356360"/>
          </a:xfrm>
        </p:spPr>
        <p:txBody>
          <a:bodyPr/>
          <a:lstStyle/>
          <a:p>
            <a:r>
              <a:rPr lang="en-US" dirty="0">
                <a:latin typeface="Rockwell" panose="02060603020205020403" pitchFamily="18" charset="0"/>
              </a:rPr>
              <a:t>The Short Vowels</a:t>
            </a:r>
          </a:p>
        </p:txBody>
      </p:sp>
      <p:pic>
        <p:nvPicPr>
          <p:cNvPr id="5" name="Graphic 4" descr="Teacher">
            <a:extLst>
              <a:ext uri="{FF2B5EF4-FFF2-40B4-BE49-F238E27FC236}">
                <a16:creationId xmlns:a16="http://schemas.microsoft.com/office/drawing/2014/main" id="{7113A4EC-0EA1-47A9-0F52-E40BE0FC88F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02829" y="465847"/>
            <a:ext cx="914400" cy="914400"/>
          </a:xfrm>
          <a:prstGeom prst="rect">
            <a:avLst/>
          </a:prstGeom>
        </p:spPr>
      </p:pic>
      <p:graphicFrame>
        <p:nvGraphicFramePr>
          <p:cNvPr id="4" name="Content Placeholder 3">
            <a:extLst>
              <a:ext uri="{FF2B5EF4-FFF2-40B4-BE49-F238E27FC236}">
                <a16:creationId xmlns:a16="http://schemas.microsoft.com/office/drawing/2014/main" id="{9C35CBBF-00EB-84E0-3509-C33B91F642ED}"/>
              </a:ext>
            </a:extLst>
          </p:cNvPr>
          <p:cNvGraphicFramePr>
            <a:graphicFrameLocks noGrp="1"/>
          </p:cNvGraphicFramePr>
          <p:nvPr>
            <p:ph idx="1"/>
          </p:nvPr>
        </p:nvGraphicFramePr>
        <p:xfrm>
          <a:off x="1159668" y="1618294"/>
          <a:ext cx="9872664" cy="4435869"/>
        </p:xfrm>
        <a:graphic>
          <a:graphicData uri="http://schemas.openxmlformats.org/drawingml/2006/table">
            <a:tbl>
              <a:tblPr firstRow="1" bandRow="1">
                <a:tableStyleId>{5C22544A-7EE6-4342-B048-85BDC9FD1C3A}</a:tableStyleId>
              </a:tblPr>
              <a:tblGrid>
                <a:gridCol w="9872664">
                  <a:extLst>
                    <a:ext uri="{9D8B030D-6E8A-4147-A177-3AD203B41FA5}">
                      <a16:colId xmlns:a16="http://schemas.microsoft.com/office/drawing/2014/main" val="743422230"/>
                    </a:ext>
                  </a:extLst>
                </a:gridCol>
              </a:tblGrid>
              <a:tr h="4435869">
                <a:tc>
                  <a:txBody>
                    <a:bodyPr/>
                    <a:lstStyle/>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1800" b="0" i="0" dirty="0">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2496822786"/>
                  </a:ext>
                </a:extLst>
              </a:tr>
            </a:tbl>
          </a:graphicData>
        </a:graphic>
      </p:graphicFrame>
      <p:pic>
        <p:nvPicPr>
          <p:cNvPr id="12" name="Picture 11">
            <a:extLst>
              <a:ext uri="{FF2B5EF4-FFF2-40B4-BE49-F238E27FC236}">
                <a16:creationId xmlns:a16="http://schemas.microsoft.com/office/drawing/2014/main" id="{41CE8767-92DB-CC98-182C-23838C91D365}"/>
              </a:ext>
            </a:extLst>
          </p:cNvPr>
          <p:cNvPicPr>
            <a:picLocks noChangeAspect="1"/>
          </p:cNvPicPr>
          <p:nvPr/>
        </p:nvPicPr>
        <p:blipFill rotWithShape="1">
          <a:blip r:embed="rId5"/>
          <a:srcRect l="1980" t="48731" r="2381" b="4005"/>
          <a:stretch/>
        </p:blipFill>
        <p:spPr>
          <a:xfrm>
            <a:off x="1729409" y="2414471"/>
            <a:ext cx="8696739" cy="2724059"/>
          </a:xfrm>
          <a:prstGeom prst="rect">
            <a:avLst/>
          </a:prstGeom>
        </p:spPr>
      </p:pic>
      <p:sp>
        <p:nvSpPr>
          <p:cNvPr id="13" name="TextBox 12">
            <a:extLst>
              <a:ext uri="{FF2B5EF4-FFF2-40B4-BE49-F238E27FC236}">
                <a16:creationId xmlns:a16="http://schemas.microsoft.com/office/drawing/2014/main" id="{2668E3F1-AA7E-BAB0-CBA3-64ED8F658D0E}"/>
              </a:ext>
            </a:extLst>
          </p:cNvPr>
          <p:cNvSpPr txBox="1"/>
          <p:nvPr/>
        </p:nvSpPr>
        <p:spPr>
          <a:xfrm>
            <a:off x="4247596" y="6266565"/>
            <a:ext cx="2455233" cy="21544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800" b="0" i="1" dirty="0">
                <a:latin typeface="Tahoma" panose="020B0604030504040204" pitchFamily="34" charset="0"/>
                <a:ea typeface="Tahoma" panose="020B0604030504040204" pitchFamily="34" charset="0"/>
                <a:cs typeface="Tahoma" panose="020B0604030504040204" pitchFamily="34" charset="0"/>
              </a:rPr>
              <a:t>Source: </a:t>
            </a:r>
            <a:r>
              <a:rPr lang="en-US" sz="800" i="1" dirty="0">
                <a:hlinkClick r:id="rId6"/>
              </a:rPr>
              <a:t>Reading Rockets | Launching Young Readers</a:t>
            </a:r>
            <a:r>
              <a:rPr lang="en-US" sz="800" b="0" i="1" dirty="0">
                <a:latin typeface="Tahoma" panose="020B0604030504040204" pitchFamily="34" charset="0"/>
                <a:ea typeface="Tahoma" panose="020B0604030504040204" pitchFamily="34" charset="0"/>
                <a:cs typeface="Tahoma" panose="020B0604030504040204" pitchFamily="34" charset="0"/>
              </a:rPr>
              <a:t> </a:t>
            </a:r>
            <a:endParaRPr lang="en-US" sz="800" b="0" i="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5988422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3DD3-C27C-457D-ADDD-066D01CB95CA}"/>
              </a:ext>
            </a:extLst>
          </p:cNvPr>
          <p:cNvSpPr>
            <a:spLocks noGrp="1"/>
          </p:cNvSpPr>
          <p:nvPr>
            <p:ph type="title"/>
          </p:nvPr>
        </p:nvSpPr>
        <p:spPr>
          <a:xfrm>
            <a:off x="1096766" y="244867"/>
            <a:ext cx="9875520" cy="1356360"/>
          </a:xfrm>
        </p:spPr>
        <p:txBody>
          <a:bodyPr/>
          <a:lstStyle/>
          <a:p>
            <a:r>
              <a:rPr lang="en-US" dirty="0">
                <a:latin typeface="Rockwell" panose="02060603020205020403" pitchFamily="18" charset="0"/>
              </a:rPr>
              <a:t>The Short Vowels</a:t>
            </a:r>
          </a:p>
        </p:txBody>
      </p:sp>
      <p:pic>
        <p:nvPicPr>
          <p:cNvPr id="5" name="Graphic 4" descr="Teacher">
            <a:extLst>
              <a:ext uri="{FF2B5EF4-FFF2-40B4-BE49-F238E27FC236}">
                <a16:creationId xmlns:a16="http://schemas.microsoft.com/office/drawing/2014/main" id="{79AA3F49-E7A4-4660-84DA-0DC43809C2D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02829" y="465847"/>
            <a:ext cx="914400" cy="914400"/>
          </a:xfrm>
          <a:prstGeom prst="rect">
            <a:avLst/>
          </a:prstGeom>
        </p:spPr>
      </p:pic>
      <p:graphicFrame>
        <p:nvGraphicFramePr>
          <p:cNvPr id="4" name="Content Placeholder 3">
            <a:extLst>
              <a:ext uri="{FF2B5EF4-FFF2-40B4-BE49-F238E27FC236}">
                <a16:creationId xmlns:a16="http://schemas.microsoft.com/office/drawing/2014/main" id="{31F44B22-324B-4DE8-B32C-85312184904C}"/>
              </a:ext>
            </a:extLst>
          </p:cNvPr>
          <p:cNvGraphicFramePr>
            <a:graphicFrameLocks noGrp="1"/>
          </p:cNvGraphicFramePr>
          <p:nvPr>
            <p:ph idx="1"/>
            <p:extLst>
              <p:ext uri="{D42A27DB-BD31-4B8C-83A1-F6EECF244321}">
                <p14:modId xmlns:p14="http://schemas.microsoft.com/office/powerpoint/2010/main" val="2999146240"/>
              </p:ext>
            </p:extLst>
          </p:nvPr>
        </p:nvGraphicFramePr>
        <p:xfrm>
          <a:off x="1159668" y="1618294"/>
          <a:ext cx="9872664" cy="4435869"/>
        </p:xfrm>
        <a:graphic>
          <a:graphicData uri="http://schemas.openxmlformats.org/drawingml/2006/table">
            <a:tbl>
              <a:tblPr firstRow="1" bandRow="1">
                <a:tableStyleId>{5C22544A-7EE6-4342-B048-85BDC9FD1C3A}</a:tableStyleId>
              </a:tblPr>
              <a:tblGrid>
                <a:gridCol w="9872664">
                  <a:extLst>
                    <a:ext uri="{9D8B030D-6E8A-4147-A177-3AD203B41FA5}">
                      <a16:colId xmlns:a16="http://schemas.microsoft.com/office/drawing/2014/main" val="743422230"/>
                    </a:ext>
                  </a:extLst>
                </a:gridCol>
              </a:tblGrid>
              <a:tr h="47272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lt1"/>
                          </a:solidFill>
                          <a:effectLst/>
                          <a:latin typeface="+mn-lt"/>
                          <a:ea typeface="+mn-ea"/>
                          <a:cs typeface="+mn-cs"/>
                        </a:rPr>
                        <a:t>  Short Vowels Can Be Spelled in Four Ways</a:t>
                      </a:r>
                    </a:p>
                  </a:txBody>
                  <a:tcPr/>
                </a:tc>
                <a:extLst>
                  <a:ext uri="{0D108BD9-81ED-4DB2-BD59-A6C34878D82A}">
                    <a16:rowId xmlns:a16="http://schemas.microsoft.com/office/drawing/2014/main" val="2496822786"/>
                  </a:ext>
                </a:extLst>
              </a:tr>
              <a:tr h="3963142">
                <a:tc>
                  <a:txBody>
                    <a:bodyPr/>
                    <a:lstStyle/>
                    <a:p>
                      <a:pPr marL="285750" indent="-285750">
                        <a:lnSpc>
                          <a:spcPct val="150000"/>
                        </a:lnSpc>
                        <a:buFont typeface="Wingdings" panose="05000000000000000000" pitchFamily="2" charset="2"/>
                        <a:buChar char="ü"/>
                      </a:pPr>
                      <a:r>
                        <a:rPr lang="en-US" sz="1800" b="0" i="0" kern="1200" dirty="0">
                          <a:solidFill>
                            <a:schemeClr val="dk1"/>
                          </a:solidFill>
                          <a:effectLst/>
                          <a:latin typeface="+mn-lt"/>
                          <a:ea typeface="+mn-ea"/>
                          <a:cs typeface="+mn-cs"/>
                        </a:rPr>
                        <a:t>The most common way: a single vowel in a closed syllable usually says a short sound.</a:t>
                      </a:r>
                    </a:p>
                    <a:p>
                      <a:pPr marL="285750" indent="-285750">
                        <a:lnSpc>
                          <a:spcPct val="150000"/>
                        </a:lnSpc>
                        <a:buFont typeface="Wingdings" panose="05000000000000000000" pitchFamily="2" charset="2"/>
                        <a:buChar char="ü"/>
                      </a:pPr>
                      <a:r>
                        <a:rPr lang="en-US" sz="1800" b="0" i="0" kern="1200" dirty="0">
                          <a:solidFill>
                            <a:schemeClr val="dk1"/>
                          </a:solidFill>
                          <a:effectLst/>
                          <a:latin typeface="+mn-lt"/>
                          <a:ea typeface="+mn-ea"/>
                          <a:cs typeface="+mn-cs"/>
                        </a:rPr>
                        <a:t>Vowel teams can make short vowel sounds.</a:t>
                      </a:r>
                    </a:p>
                    <a:p>
                      <a:pPr marL="285750" indent="-285750">
                        <a:lnSpc>
                          <a:spcPct val="150000"/>
                        </a:lnSpc>
                        <a:buFont typeface="Wingdings" panose="05000000000000000000" pitchFamily="2" charset="2"/>
                        <a:buChar char="ü"/>
                      </a:pPr>
                      <a:r>
                        <a:rPr lang="en-US" sz="1800" b="0" i="0" kern="1200" dirty="0">
                          <a:solidFill>
                            <a:schemeClr val="dk1"/>
                          </a:solidFill>
                          <a:effectLst/>
                          <a:latin typeface="+mn-lt"/>
                          <a:ea typeface="+mn-ea"/>
                          <a:cs typeface="+mn-cs"/>
                        </a:rPr>
                        <a:t>Single vowels can say the short sound of other vowels.</a:t>
                      </a:r>
                    </a:p>
                    <a:p>
                      <a:pPr marL="285750" indent="-285750">
                        <a:lnSpc>
                          <a:spcPct val="150000"/>
                        </a:lnSpc>
                        <a:buFont typeface="Wingdings" panose="05000000000000000000" pitchFamily="2" charset="2"/>
                        <a:buChar char="ü"/>
                      </a:pPr>
                      <a:r>
                        <a:rPr lang="en-US" sz="1800" b="0" i="0" kern="1200" dirty="0">
                          <a:solidFill>
                            <a:schemeClr val="dk1"/>
                          </a:solidFill>
                          <a:effectLst/>
                          <a:latin typeface="+mn-lt"/>
                          <a:ea typeface="+mn-ea"/>
                          <a:cs typeface="+mn-cs"/>
                        </a:rPr>
                        <a:t>A vowel can make the short U or short I sound in an unaccented syllable.</a:t>
                      </a:r>
                    </a:p>
                    <a:p>
                      <a:pPr marL="0" indent="0">
                        <a:lnSpc>
                          <a:spcPct val="150000"/>
                        </a:lnSpc>
                        <a:buFont typeface="Wingdings" panose="05000000000000000000" pitchFamily="2" charset="2"/>
                        <a:buNone/>
                      </a:pPr>
                      <a:endParaRPr lang="en-US" sz="800" b="1" i="1" kern="1200" dirty="0">
                        <a:solidFill>
                          <a:schemeClr val="dk1"/>
                        </a:solidFill>
                        <a:effectLst/>
                        <a:latin typeface="+mn-lt"/>
                        <a:ea typeface="+mn-ea"/>
                        <a:cs typeface="+mn-cs"/>
                      </a:endParaRPr>
                    </a:p>
                    <a:p>
                      <a:pPr marL="0" indent="0" algn="r">
                        <a:lnSpc>
                          <a:spcPct val="150000"/>
                        </a:lnSpc>
                        <a:buFont typeface="Wingdings" panose="05000000000000000000" pitchFamily="2" charset="2"/>
                        <a:buNone/>
                      </a:pPr>
                      <a:r>
                        <a:rPr lang="en-US" sz="800" b="1" i="1" kern="1200" dirty="0">
                          <a:solidFill>
                            <a:schemeClr val="dk1"/>
                          </a:solidFill>
                          <a:effectLst/>
                          <a:latin typeface="+mn-lt"/>
                          <a:ea typeface="+mn-ea"/>
                          <a:cs typeface="+mn-cs"/>
                        </a:rPr>
                        <a:t>Source: </a:t>
                      </a:r>
                      <a:r>
                        <a:rPr lang="en-US" sz="800" i="1" dirty="0">
                          <a:hlinkClick r:id="rId5"/>
                        </a:rPr>
                        <a:t>A Handy Guide to Short Vowel Sounds (+ 3 FREE Downloads) (allaboutlearningpress.com)</a:t>
                      </a:r>
                      <a:endParaRPr lang="en-US" sz="800" i="1" dirty="0">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744739329"/>
                  </a:ext>
                </a:extLst>
              </a:tr>
            </a:tbl>
          </a:graphicData>
        </a:graphic>
      </p:graphicFrame>
    </p:spTree>
    <p:extLst>
      <p:ext uri="{BB962C8B-B14F-4D97-AF65-F5344CB8AC3E}">
        <p14:creationId xmlns:p14="http://schemas.microsoft.com/office/powerpoint/2010/main" val="2187374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3DD3-C27C-457D-ADDD-066D01CB95CA}"/>
              </a:ext>
            </a:extLst>
          </p:cNvPr>
          <p:cNvSpPr>
            <a:spLocks noGrp="1"/>
          </p:cNvSpPr>
          <p:nvPr>
            <p:ph type="title"/>
          </p:nvPr>
        </p:nvSpPr>
        <p:spPr>
          <a:xfrm>
            <a:off x="879944" y="363126"/>
            <a:ext cx="9875520" cy="1356360"/>
          </a:xfrm>
        </p:spPr>
        <p:txBody>
          <a:bodyPr/>
          <a:lstStyle/>
          <a:p>
            <a:r>
              <a:rPr lang="en-US" dirty="0">
                <a:latin typeface="Rockwell" panose="02060603020205020403" pitchFamily="18" charset="0"/>
              </a:rPr>
              <a:t>MINIMAL PAIRS</a:t>
            </a:r>
          </a:p>
        </p:txBody>
      </p:sp>
      <p:pic>
        <p:nvPicPr>
          <p:cNvPr id="5" name="Graphic 4" descr="Teacher">
            <a:extLst>
              <a:ext uri="{FF2B5EF4-FFF2-40B4-BE49-F238E27FC236}">
                <a16:creationId xmlns:a16="http://schemas.microsoft.com/office/drawing/2014/main" id="{79AA3F49-E7A4-4660-84DA-0DC43809C2D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61074" y="471814"/>
            <a:ext cx="914400" cy="914400"/>
          </a:xfrm>
          <a:prstGeom prst="rect">
            <a:avLst/>
          </a:prstGeom>
        </p:spPr>
      </p:pic>
      <p:graphicFrame>
        <p:nvGraphicFramePr>
          <p:cNvPr id="3" name="Table 2">
            <a:extLst>
              <a:ext uri="{FF2B5EF4-FFF2-40B4-BE49-F238E27FC236}">
                <a16:creationId xmlns:a16="http://schemas.microsoft.com/office/drawing/2014/main" id="{4CB8A8FB-794A-E87D-1F7C-56410760FC99}"/>
              </a:ext>
            </a:extLst>
          </p:cNvPr>
          <p:cNvGraphicFramePr>
            <a:graphicFrameLocks noGrp="1"/>
          </p:cNvGraphicFramePr>
          <p:nvPr/>
        </p:nvGraphicFramePr>
        <p:xfrm>
          <a:off x="1436536" y="1494902"/>
          <a:ext cx="8128000" cy="4572000"/>
        </p:xfrm>
        <a:graphic>
          <a:graphicData uri="http://schemas.openxmlformats.org/drawingml/2006/table">
            <a:tbl>
              <a:tblPr firstRow="1" bandRow="1">
                <a:tableStyleId>{E929F9F4-4A8F-4326-A1B4-22849713DDAB}</a:tableStyleId>
              </a:tblPr>
              <a:tblGrid>
                <a:gridCol w="4064000">
                  <a:extLst>
                    <a:ext uri="{9D8B030D-6E8A-4147-A177-3AD203B41FA5}">
                      <a16:colId xmlns:a16="http://schemas.microsoft.com/office/drawing/2014/main" val="3760319969"/>
                    </a:ext>
                  </a:extLst>
                </a:gridCol>
                <a:gridCol w="4064000">
                  <a:extLst>
                    <a:ext uri="{9D8B030D-6E8A-4147-A177-3AD203B41FA5}">
                      <a16:colId xmlns:a16="http://schemas.microsoft.com/office/drawing/2014/main" val="185956229"/>
                    </a:ext>
                  </a:extLst>
                </a:gridCol>
              </a:tblGrid>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lt1"/>
                          </a:solidFill>
                          <a:effectLst/>
                        </a:rPr>
                        <a:t> /ɪ/ </a:t>
                      </a:r>
                      <a:endParaRPr lang="en-US" sz="2400" b="1" i="0" kern="1200" dirty="0">
                        <a:solidFill>
                          <a:schemeClr val="lt1"/>
                        </a:solidFill>
                        <a:effectLst/>
                        <a:latin typeface="+mn-lt"/>
                        <a:ea typeface="+mn-ea"/>
                        <a:cs typeface="+mn-cs"/>
                      </a:endParaRP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lt1"/>
                          </a:solidFill>
                          <a:effectLst/>
                        </a:rPr>
                        <a:t>/i:/ </a:t>
                      </a:r>
                      <a:endParaRPr lang="en-US" sz="2400" b="1" i="0" kern="1200" dirty="0">
                        <a:solidFill>
                          <a:schemeClr val="lt1"/>
                        </a:solidFill>
                        <a:effectLst/>
                        <a:latin typeface="+mn-lt"/>
                        <a:ea typeface="+mn-ea"/>
                        <a:cs typeface="+mn-cs"/>
                      </a:endParaRPr>
                    </a:p>
                  </a:txBody>
                  <a:tcPr>
                    <a:solidFill>
                      <a:schemeClr val="accent1"/>
                    </a:solidFill>
                  </a:tcPr>
                </a:tc>
                <a:extLst>
                  <a:ext uri="{0D108BD9-81ED-4DB2-BD59-A6C34878D82A}">
                    <a16:rowId xmlns:a16="http://schemas.microsoft.com/office/drawing/2014/main" val="2728289926"/>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lt1"/>
                          </a:solidFill>
                          <a:effectLst/>
                        </a:rPr>
                        <a:t>Bin</a:t>
                      </a:r>
                      <a:endParaRPr lang="en-US" sz="2400" b="1" i="0" kern="1200" dirty="0">
                        <a:solidFill>
                          <a:schemeClr val="lt1"/>
                        </a:solidFill>
                        <a:effectLst/>
                        <a:latin typeface="+mn-lt"/>
                        <a:ea typeface="+mn-ea"/>
                        <a:cs typeface="+mn-cs"/>
                      </a:endParaRP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lt1"/>
                          </a:solidFill>
                          <a:effectLst/>
                        </a:rPr>
                        <a:t>Bean</a:t>
                      </a:r>
                      <a:endParaRPr lang="en-US" sz="2400" b="1" i="0" kern="1200" dirty="0">
                        <a:solidFill>
                          <a:schemeClr val="lt1"/>
                        </a:solidFill>
                        <a:effectLst/>
                        <a:latin typeface="+mn-lt"/>
                        <a:ea typeface="+mn-ea"/>
                        <a:cs typeface="+mn-cs"/>
                      </a:endParaRPr>
                    </a:p>
                  </a:txBody>
                  <a:tcPr>
                    <a:solidFill>
                      <a:schemeClr val="accent1"/>
                    </a:solidFill>
                  </a:tcPr>
                </a:tc>
                <a:extLst>
                  <a:ext uri="{0D108BD9-81ED-4DB2-BD59-A6C34878D82A}">
                    <a16:rowId xmlns:a16="http://schemas.microsoft.com/office/drawing/2014/main" val="292374174"/>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lt1"/>
                          </a:solidFill>
                          <a:effectLst/>
                        </a:rPr>
                        <a:t>Chip</a:t>
                      </a:r>
                      <a:endParaRPr lang="en-US" sz="2400" b="1" i="0" kern="1200" dirty="0">
                        <a:solidFill>
                          <a:schemeClr val="lt1"/>
                        </a:solidFill>
                        <a:effectLst/>
                        <a:latin typeface="+mn-lt"/>
                        <a:ea typeface="+mn-ea"/>
                        <a:cs typeface="+mn-cs"/>
                      </a:endParaRP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lt1"/>
                          </a:solidFill>
                          <a:effectLst/>
                        </a:rPr>
                        <a:t>Cheap</a:t>
                      </a:r>
                      <a:endParaRPr lang="en-US" sz="2400" b="1" i="0" kern="1200" dirty="0">
                        <a:solidFill>
                          <a:schemeClr val="lt1"/>
                        </a:solidFill>
                        <a:effectLst/>
                        <a:latin typeface="+mn-lt"/>
                        <a:ea typeface="+mn-ea"/>
                        <a:cs typeface="+mn-cs"/>
                      </a:endParaRPr>
                    </a:p>
                  </a:txBody>
                  <a:tcPr>
                    <a:solidFill>
                      <a:schemeClr val="accent1"/>
                    </a:solidFill>
                  </a:tcPr>
                </a:tc>
                <a:extLst>
                  <a:ext uri="{0D108BD9-81ED-4DB2-BD59-A6C34878D82A}">
                    <a16:rowId xmlns:a16="http://schemas.microsoft.com/office/drawing/2014/main" val="1136175686"/>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lt1"/>
                          </a:solidFill>
                          <a:effectLst/>
                        </a:rPr>
                        <a:t>His</a:t>
                      </a:r>
                      <a:endParaRPr lang="en-US" sz="2400" b="1" i="0" kern="1200" dirty="0">
                        <a:solidFill>
                          <a:schemeClr val="lt1"/>
                        </a:solidFill>
                        <a:effectLst/>
                        <a:latin typeface="+mn-lt"/>
                        <a:ea typeface="+mn-ea"/>
                        <a:cs typeface="+mn-cs"/>
                      </a:endParaRP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lt1"/>
                          </a:solidFill>
                          <a:effectLst/>
                        </a:rPr>
                        <a:t>He’s</a:t>
                      </a:r>
                      <a:endParaRPr lang="en-US" sz="2400" b="1" i="0" kern="1200" dirty="0">
                        <a:solidFill>
                          <a:schemeClr val="lt1"/>
                        </a:solidFill>
                        <a:effectLst/>
                        <a:latin typeface="+mn-lt"/>
                        <a:ea typeface="+mn-ea"/>
                        <a:cs typeface="+mn-cs"/>
                      </a:endParaRPr>
                    </a:p>
                  </a:txBody>
                  <a:tcPr>
                    <a:solidFill>
                      <a:schemeClr val="accent1"/>
                    </a:solidFill>
                  </a:tcPr>
                </a:tc>
                <a:extLst>
                  <a:ext uri="{0D108BD9-81ED-4DB2-BD59-A6C34878D82A}">
                    <a16:rowId xmlns:a16="http://schemas.microsoft.com/office/drawing/2014/main" val="2049847102"/>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lt1"/>
                          </a:solidFill>
                          <a:effectLst/>
                        </a:rPr>
                        <a:t>It</a:t>
                      </a:r>
                      <a:endParaRPr lang="en-US" sz="2400" b="1" i="0" kern="1200" dirty="0">
                        <a:solidFill>
                          <a:schemeClr val="lt1"/>
                        </a:solidFill>
                        <a:effectLst/>
                        <a:latin typeface="+mn-lt"/>
                        <a:ea typeface="+mn-ea"/>
                        <a:cs typeface="+mn-cs"/>
                      </a:endParaRP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lt1"/>
                          </a:solidFill>
                          <a:effectLst/>
                        </a:rPr>
                        <a:t>Eat</a:t>
                      </a:r>
                      <a:endParaRPr lang="en-US" sz="2400" b="1" i="0" kern="1200" dirty="0">
                        <a:solidFill>
                          <a:schemeClr val="lt1"/>
                        </a:solidFill>
                        <a:effectLst/>
                        <a:latin typeface="+mn-lt"/>
                        <a:ea typeface="+mn-ea"/>
                        <a:cs typeface="+mn-cs"/>
                      </a:endParaRPr>
                    </a:p>
                  </a:txBody>
                  <a:tcPr>
                    <a:solidFill>
                      <a:schemeClr val="accent1"/>
                    </a:solidFill>
                  </a:tcPr>
                </a:tc>
                <a:extLst>
                  <a:ext uri="{0D108BD9-81ED-4DB2-BD59-A6C34878D82A}">
                    <a16:rowId xmlns:a16="http://schemas.microsoft.com/office/drawing/2014/main" val="3184421138"/>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lt1"/>
                          </a:solidFill>
                          <a:effectLst/>
                        </a:rPr>
                        <a:t>Sit</a:t>
                      </a:r>
                      <a:endParaRPr lang="en-US" sz="2400" b="1" i="0" kern="1200" dirty="0">
                        <a:solidFill>
                          <a:schemeClr val="lt1"/>
                        </a:solidFill>
                        <a:effectLst/>
                        <a:latin typeface="+mn-lt"/>
                        <a:ea typeface="+mn-ea"/>
                        <a:cs typeface="+mn-cs"/>
                      </a:endParaRP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lt1"/>
                          </a:solidFill>
                          <a:effectLst/>
                        </a:rPr>
                        <a:t>Seat</a:t>
                      </a:r>
                      <a:endParaRPr lang="en-US" sz="2400" b="1" i="0" kern="1200" dirty="0">
                        <a:solidFill>
                          <a:schemeClr val="lt1"/>
                        </a:solidFill>
                        <a:effectLst/>
                        <a:latin typeface="+mn-lt"/>
                        <a:ea typeface="+mn-ea"/>
                        <a:cs typeface="+mn-cs"/>
                      </a:endParaRPr>
                    </a:p>
                  </a:txBody>
                  <a:tcPr>
                    <a:solidFill>
                      <a:schemeClr val="accent1"/>
                    </a:solidFill>
                  </a:tcPr>
                </a:tc>
                <a:extLst>
                  <a:ext uri="{0D108BD9-81ED-4DB2-BD59-A6C34878D82A}">
                    <a16:rowId xmlns:a16="http://schemas.microsoft.com/office/drawing/2014/main" val="2122004287"/>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lt1"/>
                          </a:solidFill>
                          <a:effectLst/>
                        </a:rPr>
                        <a:t>Bit</a:t>
                      </a:r>
                      <a:endParaRPr lang="en-US" sz="2400" b="1" i="0" kern="1200" dirty="0">
                        <a:solidFill>
                          <a:schemeClr val="lt1"/>
                        </a:solidFill>
                        <a:effectLst/>
                        <a:latin typeface="+mn-lt"/>
                        <a:ea typeface="+mn-ea"/>
                        <a:cs typeface="+mn-cs"/>
                      </a:endParaRP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lt1"/>
                          </a:solidFill>
                          <a:effectLst/>
                        </a:rPr>
                        <a:t>Beat</a:t>
                      </a:r>
                      <a:endParaRPr lang="en-US" sz="2400" b="1" i="0" kern="1200" dirty="0">
                        <a:solidFill>
                          <a:schemeClr val="lt1"/>
                        </a:solidFill>
                        <a:effectLst/>
                        <a:latin typeface="+mn-lt"/>
                        <a:ea typeface="+mn-ea"/>
                        <a:cs typeface="+mn-cs"/>
                      </a:endParaRPr>
                    </a:p>
                  </a:txBody>
                  <a:tcPr>
                    <a:solidFill>
                      <a:schemeClr val="accent1"/>
                    </a:solidFill>
                  </a:tcPr>
                </a:tc>
                <a:extLst>
                  <a:ext uri="{0D108BD9-81ED-4DB2-BD59-A6C34878D82A}">
                    <a16:rowId xmlns:a16="http://schemas.microsoft.com/office/drawing/2014/main" val="3791291561"/>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lt1"/>
                          </a:solidFill>
                          <a:effectLst/>
                        </a:rPr>
                        <a:t>Knit</a:t>
                      </a:r>
                      <a:endParaRPr lang="en-US" sz="2400" b="1" i="0" kern="1200" dirty="0">
                        <a:solidFill>
                          <a:schemeClr val="lt1"/>
                        </a:solidFill>
                        <a:effectLst/>
                        <a:latin typeface="+mn-lt"/>
                        <a:ea typeface="+mn-ea"/>
                        <a:cs typeface="+mn-cs"/>
                      </a:endParaRP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lt1"/>
                          </a:solidFill>
                          <a:effectLst/>
                        </a:rPr>
                        <a:t>Neat</a:t>
                      </a:r>
                      <a:endParaRPr lang="en-US" sz="2400" b="1" i="0" kern="1200" dirty="0">
                        <a:solidFill>
                          <a:schemeClr val="lt1"/>
                        </a:solidFill>
                        <a:effectLst/>
                        <a:latin typeface="+mn-lt"/>
                        <a:ea typeface="+mn-ea"/>
                        <a:cs typeface="+mn-cs"/>
                      </a:endParaRPr>
                    </a:p>
                  </a:txBody>
                  <a:tcPr>
                    <a:solidFill>
                      <a:schemeClr val="accent1"/>
                    </a:solidFill>
                  </a:tcPr>
                </a:tc>
                <a:extLst>
                  <a:ext uri="{0D108BD9-81ED-4DB2-BD59-A6C34878D82A}">
                    <a16:rowId xmlns:a16="http://schemas.microsoft.com/office/drawing/2014/main" val="2946737066"/>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lt1"/>
                          </a:solidFill>
                          <a:effectLst/>
                        </a:rPr>
                        <a:t>Sip</a:t>
                      </a:r>
                      <a:endParaRPr lang="en-US" sz="2400" b="1" i="0" kern="1200" dirty="0">
                        <a:solidFill>
                          <a:schemeClr val="lt1"/>
                        </a:solidFill>
                        <a:effectLst/>
                        <a:latin typeface="+mn-lt"/>
                        <a:ea typeface="+mn-ea"/>
                        <a:cs typeface="+mn-cs"/>
                      </a:endParaRP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lt1"/>
                          </a:solidFill>
                          <a:effectLst/>
                        </a:rPr>
                        <a:t>Seep</a:t>
                      </a:r>
                      <a:endParaRPr lang="en-US" sz="2400" b="1" i="0" kern="1200" dirty="0">
                        <a:solidFill>
                          <a:schemeClr val="lt1"/>
                        </a:solidFill>
                        <a:effectLst/>
                        <a:latin typeface="+mn-lt"/>
                        <a:ea typeface="+mn-ea"/>
                        <a:cs typeface="+mn-cs"/>
                      </a:endParaRPr>
                    </a:p>
                  </a:txBody>
                  <a:tcPr>
                    <a:solidFill>
                      <a:schemeClr val="accent1"/>
                    </a:solidFill>
                  </a:tcPr>
                </a:tc>
                <a:extLst>
                  <a:ext uri="{0D108BD9-81ED-4DB2-BD59-A6C34878D82A}">
                    <a16:rowId xmlns:a16="http://schemas.microsoft.com/office/drawing/2014/main" val="3230912610"/>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lt1"/>
                          </a:solidFill>
                          <a:effectLst/>
                        </a:rPr>
                        <a:t>Lip</a:t>
                      </a:r>
                      <a:endParaRPr lang="en-US" sz="2400" b="1" i="0" kern="1200" dirty="0">
                        <a:solidFill>
                          <a:schemeClr val="lt1"/>
                        </a:solidFill>
                        <a:effectLst/>
                        <a:latin typeface="+mn-lt"/>
                        <a:ea typeface="+mn-ea"/>
                        <a:cs typeface="+mn-cs"/>
                      </a:endParaRP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lt1"/>
                          </a:solidFill>
                          <a:effectLst/>
                        </a:rPr>
                        <a:t>leap</a:t>
                      </a:r>
                      <a:endParaRPr lang="en-US" sz="2400" b="1" i="0" kern="1200" dirty="0">
                        <a:solidFill>
                          <a:schemeClr val="lt1"/>
                        </a:solidFill>
                        <a:effectLst/>
                        <a:latin typeface="+mn-lt"/>
                        <a:ea typeface="+mn-ea"/>
                        <a:cs typeface="+mn-cs"/>
                      </a:endParaRPr>
                    </a:p>
                  </a:txBody>
                  <a:tcPr>
                    <a:solidFill>
                      <a:schemeClr val="accent1"/>
                    </a:solidFill>
                  </a:tcPr>
                </a:tc>
                <a:extLst>
                  <a:ext uri="{0D108BD9-81ED-4DB2-BD59-A6C34878D82A}">
                    <a16:rowId xmlns:a16="http://schemas.microsoft.com/office/drawing/2014/main" val="131375645"/>
                  </a:ext>
                </a:extLst>
              </a:tr>
            </a:tbl>
          </a:graphicData>
        </a:graphic>
      </p:graphicFrame>
    </p:spTree>
    <p:extLst>
      <p:ext uri="{BB962C8B-B14F-4D97-AF65-F5344CB8AC3E}">
        <p14:creationId xmlns:p14="http://schemas.microsoft.com/office/powerpoint/2010/main" val="5218083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3DD3-C27C-457D-ADDD-066D01CB95CA}"/>
              </a:ext>
            </a:extLst>
          </p:cNvPr>
          <p:cNvSpPr>
            <a:spLocks noGrp="1"/>
          </p:cNvSpPr>
          <p:nvPr>
            <p:ph type="title"/>
          </p:nvPr>
        </p:nvSpPr>
        <p:spPr>
          <a:xfrm>
            <a:off x="879944" y="363126"/>
            <a:ext cx="9875520" cy="1356360"/>
          </a:xfrm>
        </p:spPr>
        <p:txBody>
          <a:bodyPr/>
          <a:lstStyle/>
          <a:p>
            <a:r>
              <a:rPr lang="en-US" dirty="0">
                <a:latin typeface="Rockwell" panose="02060603020205020403" pitchFamily="18" charset="0"/>
              </a:rPr>
              <a:t>MINIMAL PAIRS</a:t>
            </a:r>
          </a:p>
        </p:txBody>
      </p:sp>
      <p:pic>
        <p:nvPicPr>
          <p:cNvPr id="5" name="Graphic 4" descr="Teacher">
            <a:extLst>
              <a:ext uri="{FF2B5EF4-FFF2-40B4-BE49-F238E27FC236}">
                <a16:creationId xmlns:a16="http://schemas.microsoft.com/office/drawing/2014/main" id="{79AA3F49-E7A4-4660-84DA-0DC43809C2D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61074" y="471814"/>
            <a:ext cx="914400" cy="914400"/>
          </a:xfrm>
          <a:prstGeom prst="rect">
            <a:avLst/>
          </a:prstGeom>
        </p:spPr>
      </p:pic>
      <p:graphicFrame>
        <p:nvGraphicFramePr>
          <p:cNvPr id="3" name="Table 2">
            <a:extLst>
              <a:ext uri="{FF2B5EF4-FFF2-40B4-BE49-F238E27FC236}">
                <a16:creationId xmlns:a16="http://schemas.microsoft.com/office/drawing/2014/main" id="{4CB8A8FB-794A-E87D-1F7C-56410760FC99}"/>
              </a:ext>
            </a:extLst>
          </p:cNvPr>
          <p:cNvGraphicFramePr>
            <a:graphicFrameLocks noGrp="1"/>
          </p:cNvGraphicFramePr>
          <p:nvPr/>
        </p:nvGraphicFramePr>
        <p:xfrm>
          <a:off x="1436536" y="1494902"/>
          <a:ext cx="8128000" cy="4572000"/>
        </p:xfrm>
        <a:graphic>
          <a:graphicData uri="http://schemas.openxmlformats.org/drawingml/2006/table">
            <a:tbl>
              <a:tblPr firstRow="1" bandRow="1">
                <a:tableStyleId>{E929F9F4-4A8F-4326-A1B4-22849713DDAB}</a:tableStyleId>
              </a:tblPr>
              <a:tblGrid>
                <a:gridCol w="4064000">
                  <a:extLst>
                    <a:ext uri="{9D8B030D-6E8A-4147-A177-3AD203B41FA5}">
                      <a16:colId xmlns:a16="http://schemas.microsoft.com/office/drawing/2014/main" val="3760319969"/>
                    </a:ext>
                  </a:extLst>
                </a:gridCol>
                <a:gridCol w="4064000">
                  <a:extLst>
                    <a:ext uri="{9D8B030D-6E8A-4147-A177-3AD203B41FA5}">
                      <a16:colId xmlns:a16="http://schemas.microsoft.com/office/drawing/2014/main" val="185956229"/>
                    </a:ext>
                  </a:extLst>
                </a:gridCol>
              </a:tblGrid>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lt1"/>
                          </a:solidFill>
                          <a:effectLst/>
                        </a:rPr>
                        <a:t> /ɪ/ </a:t>
                      </a:r>
                      <a:endParaRPr lang="en-US" sz="2400" b="1" i="0" kern="1200" dirty="0">
                        <a:solidFill>
                          <a:schemeClr val="lt1"/>
                        </a:solidFill>
                        <a:effectLst/>
                        <a:latin typeface="+mn-lt"/>
                        <a:ea typeface="+mn-ea"/>
                        <a:cs typeface="+mn-cs"/>
                      </a:endParaRP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lt1"/>
                          </a:solidFill>
                          <a:effectLst/>
                        </a:rPr>
                        <a:t>/i:/ </a:t>
                      </a:r>
                      <a:endParaRPr lang="en-US" sz="2400" b="1" i="0" kern="1200" dirty="0">
                        <a:solidFill>
                          <a:schemeClr val="lt1"/>
                        </a:solidFill>
                        <a:effectLst/>
                        <a:latin typeface="+mn-lt"/>
                        <a:ea typeface="+mn-ea"/>
                        <a:cs typeface="+mn-cs"/>
                      </a:endParaRPr>
                    </a:p>
                  </a:txBody>
                  <a:tcPr>
                    <a:solidFill>
                      <a:schemeClr val="accent1"/>
                    </a:solidFill>
                  </a:tcPr>
                </a:tc>
                <a:extLst>
                  <a:ext uri="{0D108BD9-81ED-4DB2-BD59-A6C34878D82A}">
                    <a16:rowId xmlns:a16="http://schemas.microsoft.com/office/drawing/2014/main" val="2728289926"/>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lt1"/>
                          </a:solidFill>
                          <a:effectLst/>
                        </a:rPr>
                        <a:t>Did</a:t>
                      </a:r>
                      <a:endParaRPr lang="en-US" sz="2400" b="1" i="0" kern="1200" dirty="0">
                        <a:solidFill>
                          <a:schemeClr val="lt1"/>
                        </a:solidFill>
                        <a:effectLst/>
                        <a:latin typeface="+mn-lt"/>
                        <a:ea typeface="+mn-ea"/>
                        <a:cs typeface="+mn-cs"/>
                      </a:endParaRP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lt1"/>
                          </a:solidFill>
                          <a:effectLst/>
                        </a:rPr>
                        <a:t>Deed</a:t>
                      </a:r>
                      <a:endParaRPr lang="en-US" sz="2400" b="1" i="0" kern="1200" dirty="0">
                        <a:solidFill>
                          <a:schemeClr val="lt1"/>
                        </a:solidFill>
                        <a:effectLst/>
                        <a:latin typeface="+mn-lt"/>
                        <a:ea typeface="+mn-ea"/>
                        <a:cs typeface="+mn-cs"/>
                      </a:endParaRPr>
                    </a:p>
                  </a:txBody>
                  <a:tcPr>
                    <a:solidFill>
                      <a:schemeClr val="accent1"/>
                    </a:solidFill>
                  </a:tcPr>
                </a:tc>
                <a:extLst>
                  <a:ext uri="{0D108BD9-81ED-4DB2-BD59-A6C34878D82A}">
                    <a16:rowId xmlns:a16="http://schemas.microsoft.com/office/drawing/2014/main" val="292374174"/>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Fill</a:t>
                      </a: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Feel</a:t>
                      </a:r>
                    </a:p>
                  </a:txBody>
                  <a:tcPr>
                    <a:solidFill>
                      <a:schemeClr val="accent1"/>
                    </a:solidFill>
                  </a:tcPr>
                </a:tc>
                <a:extLst>
                  <a:ext uri="{0D108BD9-81ED-4DB2-BD59-A6C34878D82A}">
                    <a16:rowId xmlns:a16="http://schemas.microsoft.com/office/drawing/2014/main" val="1136175686"/>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Fit</a:t>
                      </a: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Feet</a:t>
                      </a:r>
                    </a:p>
                  </a:txBody>
                  <a:tcPr>
                    <a:solidFill>
                      <a:schemeClr val="accent1"/>
                    </a:solidFill>
                  </a:tcPr>
                </a:tc>
                <a:extLst>
                  <a:ext uri="{0D108BD9-81ED-4DB2-BD59-A6C34878D82A}">
                    <a16:rowId xmlns:a16="http://schemas.microsoft.com/office/drawing/2014/main" val="2049847102"/>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Grin</a:t>
                      </a: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Green</a:t>
                      </a:r>
                    </a:p>
                  </a:txBody>
                  <a:tcPr>
                    <a:solidFill>
                      <a:schemeClr val="accent1"/>
                    </a:solidFill>
                  </a:tcPr>
                </a:tc>
                <a:extLst>
                  <a:ext uri="{0D108BD9-81ED-4DB2-BD59-A6C34878D82A}">
                    <a16:rowId xmlns:a16="http://schemas.microsoft.com/office/drawing/2014/main" val="3184421138"/>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Hit</a:t>
                      </a: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Heat</a:t>
                      </a:r>
                    </a:p>
                  </a:txBody>
                  <a:tcPr>
                    <a:solidFill>
                      <a:schemeClr val="accent1"/>
                    </a:solidFill>
                  </a:tcPr>
                </a:tc>
                <a:extLst>
                  <a:ext uri="{0D108BD9-81ED-4DB2-BD59-A6C34878D82A}">
                    <a16:rowId xmlns:a16="http://schemas.microsoft.com/office/drawing/2014/main" val="2122004287"/>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Is</a:t>
                      </a: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Ease</a:t>
                      </a:r>
                    </a:p>
                  </a:txBody>
                  <a:tcPr>
                    <a:solidFill>
                      <a:schemeClr val="accent1"/>
                    </a:solidFill>
                  </a:tcPr>
                </a:tc>
                <a:extLst>
                  <a:ext uri="{0D108BD9-81ED-4DB2-BD59-A6C34878D82A}">
                    <a16:rowId xmlns:a16="http://schemas.microsoft.com/office/drawing/2014/main" val="3791291561"/>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Mitt</a:t>
                      </a: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Meet</a:t>
                      </a:r>
                    </a:p>
                  </a:txBody>
                  <a:tcPr>
                    <a:solidFill>
                      <a:schemeClr val="accent1"/>
                    </a:solidFill>
                  </a:tcPr>
                </a:tc>
                <a:extLst>
                  <a:ext uri="{0D108BD9-81ED-4DB2-BD59-A6C34878D82A}">
                    <a16:rowId xmlns:a16="http://schemas.microsoft.com/office/drawing/2014/main" val="2946737066"/>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Slip</a:t>
                      </a: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Sleep</a:t>
                      </a:r>
                    </a:p>
                  </a:txBody>
                  <a:tcPr>
                    <a:solidFill>
                      <a:schemeClr val="accent1"/>
                    </a:solidFill>
                  </a:tcPr>
                </a:tc>
                <a:extLst>
                  <a:ext uri="{0D108BD9-81ED-4DB2-BD59-A6C34878D82A}">
                    <a16:rowId xmlns:a16="http://schemas.microsoft.com/office/drawing/2014/main" val="3230912610"/>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Still</a:t>
                      </a: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steal</a:t>
                      </a:r>
                    </a:p>
                  </a:txBody>
                  <a:tcPr>
                    <a:solidFill>
                      <a:schemeClr val="accent1"/>
                    </a:solidFill>
                  </a:tcPr>
                </a:tc>
                <a:extLst>
                  <a:ext uri="{0D108BD9-81ED-4DB2-BD59-A6C34878D82A}">
                    <a16:rowId xmlns:a16="http://schemas.microsoft.com/office/drawing/2014/main" val="131375645"/>
                  </a:ext>
                </a:extLst>
              </a:tr>
            </a:tbl>
          </a:graphicData>
        </a:graphic>
      </p:graphicFrame>
    </p:spTree>
    <p:extLst>
      <p:ext uri="{BB962C8B-B14F-4D97-AF65-F5344CB8AC3E}">
        <p14:creationId xmlns:p14="http://schemas.microsoft.com/office/powerpoint/2010/main" val="1311955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3DD3-C27C-457D-ADDD-066D01CB95CA}"/>
              </a:ext>
            </a:extLst>
          </p:cNvPr>
          <p:cNvSpPr>
            <a:spLocks noGrp="1"/>
          </p:cNvSpPr>
          <p:nvPr>
            <p:ph type="title"/>
          </p:nvPr>
        </p:nvSpPr>
        <p:spPr>
          <a:xfrm>
            <a:off x="879944" y="363126"/>
            <a:ext cx="9875520" cy="1356360"/>
          </a:xfrm>
        </p:spPr>
        <p:txBody>
          <a:bodyPr/>
          <a:lstStyle/>
          <a:p>
            <a:r>
              <a:rPr lang="en-US" dirty="0">
                <a:latin typeface="Rockwell" panose="02060603020205020403" pitchFamily="18" charset="0"/>
              </a:rPr>
              <a:t>MINIMAL PAIRS</a:t>
            </a:r>
          </a:p>
        </p:txBody>
      </p:sp>
      <p:pic>
        <p:nvPicPr>
          <p:cNvPr id="5" name="Graphic 4" descr="Teacher">
            <a:extLst>
              <a:ext uri="{FF2B5EF4-FFF2-40B4-BE49-F238E27FC236}">
                <a16:creationId xmlns:a16="http://schemas.microsoft.com/office/drawing/2014/main" id="{79AA3F49-E7A4-4660-84DA-0DC43809C2D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61074" y="471814"/>
            <a:ext cx="914400" cy="914400"/>
          </a:xfrm>
          <a:prstGeom prst="rect">
            <a:avLst/>
          </a:prstGeom>
        </p:spPr>
      </p:pic>
      <p:graphicFrame>
        <p:nvGraphicFramePr>
          <p:cNvPr id="3" name="Table 2">
            <a:extLst>
              <a:ext uri="{FF2B5EF4-FFF2-40B4-BE49-F238E27FC236}">
                <a16:creationId xmlns:a16="http://schemas.microsoft.com/office/drawing/2014/main" id="{4CB8A8FB-794A-E87D-1F7C-56410760FC99}"/>
              </a:ext>
            </a:extLst>
          </p:cNvPr>
          <p:cNvGraphicFramePr>
            <a:graphicFrameLocks noGrp="1"/>
          </p:cNvGraphicFramePr>
          <p:nvPr/>
        </p:nvGraphicFramePr>
        <p:xfrm>
          <a:off x="1436536" y="1494902"/>
          <a:ext cx="8128000" cy="4572000"/>
        </p:xfrm>
        <a:graphic>
          <a:graphicData uri="http://schemas.openxmlformats.org/drawingml/2006/table">
            <a:tbl>
              <a:tblPr firstRow="1" bandRow="1">
                <a:tableStyleId>{E929F9F4-4A8F-4326-A1B4-22849713DDAB}</a:tableStyleId>
              </a:tblPr>
              <a:tblGrid>
                <a:gridCol w="4064000">
                  <a:extLst>
                    <a:ext uri="{9D8B030D-6E8A-4147-A177-3AD203B41FA5}">
                      <a16:colId xmlns:a16="http://schemas.microsoft.com/office/drawing/2014/main" val="3760319969"/>
                    </a:ext>
                  </a:extLst>
                </a:gridCol>
                <a:gridCol w="4064000">
                  <a:extLst>
                    <a:ext uri="{9D8B030D-6E8A-4147-A177-3AD203B41FA5}">
                      <a16:colId xmlns:a16="http://schemas.microsoft.com/office/drawing/2014/main" val="185956229"/>
                    </a:ext>
                  </a:extLst>
                </a:gridCol>
              </a:tblGrid>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lt1"/>
                          </a:solidFill>
                          <a:effectLst/>
                        </a:rPr>
                        <a:t> /ɪ/ </a:t>
                      </a:r>
                      <a:endParaRPr lang="en-US" sz="2400" b="1" i="0" kern="1200" dirty="0">
                        <a:solidFill>
                          <a:schemeClr val="lt1"/>
                        </a:solidFill>
                        <a:effectLst/>
                        <a:latin typeface="+mn-lt"/>
                        <a:ea typeface="+mn-ea"/>
                        <a:cs typeface="+mn-cs"/>
                      </a:endParaRP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lt1"/>
                          </a:solidFill>
                          <a:effectLst/>
                        </a:rPr>
                        <a:t>/i:/ </a:t>
                      </a:r>
                      <a:endParaRPr lang="en-US" sz="2400" b="1" i="0" kern="1200" dirty="0">
                        <a:solidFill>
                          <a:schemeClr val="lt1"/>
                        </a:solidFill>
                        <a:effectLst/>
                        <a:latin typeface="+mn-lt"/>
                        <a:ea typeface="+mn-ea"/>
                        <a:cs typeface="+mn-cs"/>
                      </a:endParaRPr>
                    </a:p>
                  </a:txBody>
                  <a:tcPr>
                    <a:solidFill>
                      <a:schemeClr val="accent1"/>
                    </a:solidFill>
                  </a:tcPr>
                </a:tc>
                <a:extLst>
                  <a:ext uri="{0D108BD9-81ED-4DB2-BD59-A6C34878D82A}">
                    <a16:rowId xmlns:a16="http://schemas.microsoft.com/office/drawing/2014/main" val="2728289926"/>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Bitch</a:t>
                      </a: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Beach</a:t>
                      </a:r>
                    </a:p>
                  </a:txBody>
                  <a:tcPr>
                    <a:solidFill>
                      <a:schemeClr val="accent1"/>
                    </a:solidFill>
                  </a:tcPr>
                </a:tc>
                <a:extLst>
                  <a:ext uri="{0D108BD9-81ED-4DB2-BD59-A6C34878D82A}">
                    <a16:rowId xmlns:a16="http://schemas.microsoft.com/office/drawing/2014/main" val="292374174"/>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Itch</a:t>
                      </a: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Each</a:t>
                      </a:r>
                    </a:p>
                  </a:txBody>
                  <a:tcPr>
                    <a:solidFill>
                      <a:schemeClr val="accent1"/>
                    </a:solidFill>
                  </a:tcPr>
                </a:tc>
                <a:extLst>
                  <a:ext uri="{0D108BD9-81ED-4DB2-BD59-A6C34878D82A}">
                    <a16:rowId xmlns:a16="http://schemas.microsoft.com/office/drawing/2014/main" val="1136175686"/>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Gin</a:t>
                      </a: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Gene</a:t>
                      </a:r>
                    </a:p>
                  </a:txBody>
                  <a:tcPr>
                    <a:solidFill>
                      <a:schemeClr val="accent1"/>
                    </a:solidFill>
                  </a:tcPr>
                </a:tc>
                <a:extLst>
                  <a:ext uri="{0D108BD9-81ED-4DB2-BD59-A6C34878D82A}">
                    <a16:rowId xmlns:a16="http://schemas.microsoft.com/office/drawing/2014/main" val="2049847102"/>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Grid</a:t>
                      </a: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Greed</a:t>
                      </a:r>
                    </a:p>
                  </a:txBody>
                  <a:tcPr>
                    <a:solidFill>
                      <a:schemeClr val="accent1"/>
                    </a:solidFill>
                  </a:tcPr>
                </a:tc>
                <a:extLst>
                  <a:ext uri="{0D108BD9-81ED-4DB2-BD59-A6C34878D82A}">
                    <a16:rowId xmlns:a16="http://schemas.microsoft.com/office/drawing/2014/main" val="3184421138"/>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Hid</a:t>
                      </a: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Heed</a:t>
                      </a:r>
                    </a:p>
                  </a:txBody>
                  <a:tcPr>
                    <a:solidFill>
                      <a:schemeClr val="accent1"/>
                    </a:solidFill>
                  </a:tcPr>
                </a:tc>
                <a:extLst>
                  <a:ext uri="{0D108BD9-81ED-4DB2-BD59-A6C34878D82A}">
                    <a16:rowId xmlns:a16="http://schemas.microsoft.com/office/drawing/2014/main" val="2122004287"/>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Hill</a:t>
                      </a: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He’ll</a:t>
                      </a:r>
                    </a:p>
                  </a:txBody>
                  <a:tcPr>
                    <a:solidFill>
                      <a:schemeClr val="accent1"/>
                    </a:solidFill>
                  </a:tcPr>
                </a:tc>
                <a:extLst>
                  <a:ext uri="{0D108BD9-81ED-4DB2-BD59-A6C34878D82A}">
                    <a16:rowId xmlns:a16="http://schemas.microsoft.com/office/drawing/2014/main" val="3791291561"/>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Ill</a:t>
                      </a: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Eel</a:t>
                      </a:r>
                    </a:p>
                  </a:txBody>
                  <a:tcPr>
                    <a:solidFill>
                      <a:schemeClr val="accent1"/>
                    </a:solidFill>
                  </a:tcPr>
                </a:tc>
                <a:extLst>
                  <a:ext uri="{0D108BD9-81ED-4DB2-BD59-A6C34878D82A}">
                    <a16:rowId xmlns:a16="http://schemas.microsoft.com/office/drawing/2014/main" val="2946737066"/>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Kip</a:t>
                      </a: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Keep</a:t>
                      </a:r>
                    </a:p>
                  </a:txBody>
                  <a:tcPr>
                    <a:solidFill>
                      <a:schemeClr val="accent1"/>
                    </a:solidFill>
                  </a:tcPr>
                </a:tc>
                <a:extLst>
                  <a:ext uri="{0D108BD9-81ED-4DB2-BD59-A6C34878D82A}">
                    <a16:rowId xmlns:a16="http://schemas.microsoft.com/office/drawing/2014/main" val="3230912610"/>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Lick</a:t>
                      </a: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Leak</a:t>
                      </a:r>
                    </a:p>
                  </a:txBody>
                  <a:tcPr>
                    <a:solidFill>
                      <a:schemeClr val="accent1"/>
                    </a:solidFill>
                  </a:tcPr>
                </a:tc>
                <a:extLst>
                  <a:ext uri="{0D108BD9-81ED-4DB2-BD59-A6C34878D82A}">
                    <a16:rowId xmlns:a16="http://schemas.microsoft.com/office/drawing/2014/main" val="131375645"/>
                  </a:ext>
                </a:extLst>
              </a:tr>
            </a:tbl>
          </a:graphicData>
        </a:graphic>
      </p:graphicFrame>
    </p:spTree>
    <p:extLst>
      <p:ext uri="{BB962C8B-B14F-4D97-AF65-F5344CB8AC3E}">
        <p14:creationId xmlns:p14="http://schemas.microsoft.com/office/powerpoint/2010/main" val="36361358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3DD3-C27C-457D-ADDD-066D01CB95CA}"/>
              </a:ext>
            </a:extLst>
          </p:cNvPr>
          <p:cNvSpPr>
            <a:spLocks noGrp="1"/>
          </p:cNvSpPr>
          <p:nvPr>
            <p:ph type="title"/>
          </p:nvPr>
        </p:nvSpPr>
        <p:spPr>
          <a:xfrm>
            <a:off x="879944" y="363126"/>
            <a:ext cx="9875520" cy="1356360"/>
          </a:xfrm>
        </p:spPr>
        <p:txBody>
          <a:bodyPr/>
          <a:lstStyle/>
          <a:p>
            <a:r>
              <a:rPr lang="en-US" dirty="0">
                <a:latin typeface="Rockwell" panose="02060603020205020403" pitchFamily="18" charset="0"/>
              </a:rPr>
              <a:t>MINIMAL PAIRS</a:t>
            </a:r>
          </a:p>
        </p:txBody>
      </p:sp>
      <p:pic>
        <p:nvPicPr>
          <p:cNvPr id="5" name="Graphic 4" descr="Teacher">
            <a:extLst>
              <a:ext uri="{FF2B5EF4-FFF2-40B4-BE49-F238E27FC236}">
                <a16:creationId xmlns:a16="http://schemas.microsoft.com/office/drawing/2014/main" id="{79AA3F49-E7A4-4660-84DA-0DC43809C2D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61074" y="471814"/>
            <a:ext cx="914400" cy="914400"/>
          </a:xfrm>
          <a:prstGeom prst="rect">
            <a:avLst/>
          </a:prstGeom>
        </p:spPr>
      </p:pic>
      <p:graphicFrame>
        <p:nvGraphicFramePr>
          <p:cNvPr id="3" name="Table 2">
            <a:extLst>
              <a:ext uri="{FF2B5EF4-FFF2-40B4-BE49-F238E27FC236}">
                <a16:creationId xmlns:a16="http://schemas.microsoft.com/office/drawing/2014/main" id="{4CB8A8FB-794A-E87D-1F7C-56410760FC99}"/>
              </a:ext>
            </a:extLst>
          </p:cNvPr>
          <p:cNvGraphicFramePr>
            <a:graphicFrameLocks noGrp="1"/>
          </p:cNvGraphicFramePr>
          <p:nvPr/>
        </p:nvGraphicFramePr>
        <p:xfrm>
          <a:off x="1436536" y="1494902"/>
          <a:ext cx="8128000" cy="4572000"/>
        </p:xfrm>
        <a:graphic>
          <a:graphicData uri="http://schemas.openxmlformats.org/drawingml/2006/table">
            <a:tbl>
              <a:tblPr firstRow="1" bandRow="1">
                <a:tableStyleId>{E929F9F4-4A8F-4326-A1B4-22849713DDAB}</a:tableStyleId>
              </a:tblPr>
              <a:tblGrid>
                <a:gridCol w="4064000">
                  <a:extLst>
                    <a:ext uri="{9D8B030D-6E8A-4147-A177-3AD203B41FA5}">
                      <a16:colId xmlns:a16="http://schemas.microsoft.com/office/drawing/2014/main" val="3760319969"/>
                    </a:ext>
                  </a:extLst>
                </a:gridCol>
                <a:gridCol w="4064000">
                  <a:extLst>
                    <a:ext uri="{9D8B030D-6E8A-4147-A177-3AD203B41FA5}">
                      <a16:colId xmlns:a16="http://schemas.microsoft.com/office/drawing/2014/main" val="185956229"/>
                    </a:ext>
                  </a:extLst>
                </a:gridCol>
              </a:tblGrid>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lt1"/>
                          </a:solidFill>
                          <a:effectLst/>
                        </a:rPr>
                        <a:t> /ɪ/ </a:t>
                      </a:r>
                      <a:endParaRPr lang="en-US" sz="2400" b="1" i="0" kern="1200" dirty="0">
                        <a:solidFill>
                          <a:schemeClr val="lt1"/>
                        </a:solidFill>
                        <a:effectLst/>
                        <a:latin typeface="+mn-lt"/>
                        <a:ea typeface="+mn-ea"/>
                        <a:cs typeface="+mn-cs"/>
                      </a:endParaRP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lt1"/>
                          </a:solidFill>
                          <a:effectLst/>
                        </a:rPr>
                        <a:t>/i:/ </a:t>
                      </a:r>
                      <a:endParaRPr lang="en-US" sz="2400" b="1" i="0" kern="1200" dirty="0">
                        <a:solidFill>
                          <a:schemeClr val="lt1"/>
                        </a:solidFill>
                        <a:effectLst/>
                        <a:latin typeface="+mn-lt"/>
                        <a:ea typeface="+mn-ea"/>
                        <a:cs typeface="+mn-cs"/>
                      </a:endParaRPr>
                    </a:p>
                  </a:txBody>
                  <a:tcPr>
                    <a:solidFill>
                      <a:schemeClr val="accent1"/>
                    </a:solidFill>
                  </a:tcPr>
                </a:tc>
                <a:extLst>
                  <a:ext uri="{0D108BD9-81ED-4DB2-BD59-A6C34878D82A}">
                    <a16:rowId xmlns:a16="http://schemas.microsoft.com/office/drawing/2014/main" val="2728289926"/>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Mill</a:t>
                      </a: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Meal</a:t>
                      </a:r>
                    </a:p>
                  </a:txBody>
                  <a:tcPr>
                    <a:solidFill>
                      <a:schemeClr val="accent1"/>
                    </a:solidFill>
                  </a:tcPr>
                </a:tc>
                <a:extLst>
                  <a:ext uri="{0D108BD9-81ED-4DB2-BD59-A6C34878D82A}">
                    <a16:rowId xmlns:a16="http://schemas.microsoft.com/office/drawing/2014/main" val="292374174"/>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Pick</a:t>
                      </a: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Peek</a:t>
                      </a:r>
                    </a:p>
                  </a:txBody>
                  <a:tcPr>
                    <a:solidFill>
                      <a:schemeClr val="accent1"/>
                    </a:solidFill>
                  </a:tcPr>
                </a:tc>
                <a:extLst>
                  <a:ext uri="{0D108BD9-81ED-4DB2-BD59-A6C34878D82A}">
                    <a16:rowId xmlns:a16="http://schemas.microsoft.com/office/drawing/2014/main" val="1136175686"/>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Piss</a:t>
                      </a: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Piece</a:t>
                      </a:r>
                    </a:p>
                  </a:txBody>
                  <a:tcPr>
                    <a:solidFill>
                      <a:schemeClr val="accent1"/>
                    </a:solidFill>
                  </a:tcPr>
                </a:tc>
                <a:extLst>
                  <a:ext uri="{0D108BD9-81ED-4DB2-BD59-A6C34878D82A}">
                    <a16:rowId xmlns:a16="http://schemas.microsoft.com/office/drawing/2014/main" val="2049847102"/>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Pitch</a:t>
                      </a: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Peach</a:t>
                      </a:r>
                    </a:p>
                  </a:txBody>
                  <a:tcPr>
                    <a:solidFill>
                      <a:schemeClr val="accent1"/>
                    </a:solidFill>
                  </a:tcPr>
                </a:tc>
                <a:extLst>
                  <a:ext uri="{0D108BD9-81ED-4DB2-BD59-A6C34878D82A}">
                    <a16:rowId xmlns:a16="http://schemas.microsoft.com/office/drawing/2014/main" val="3184421138"/>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Risen</a:t>
                      </a: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Reason</a:t>
                      </a:r>
                    </a:p>
                  </a:txBody>
                  <a:tcPr>
                    <a:solidFill>
                      <a:schemeClr val="accent1"/>
                    </a:solidFill>
                  </a:tcPr>
                </a:tc>
                <a:extLst>
                  <a:ext uri="{0D108BD9-81ED-4DB2-BD59-A6C34878D82A}">
                    <a16:rowId xmlns:a16="http://schemas.microsoft.com/office/drawing/2014/main" val="2122004287"/>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Shit</a:t>
                      </a: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Sheet</a:t>
                      </a:r>
                    </a:p>
                  </a:txBody>
                  <a:tcPr>
                    <a:solidFill>
                      <a:schemeClr val="accent1"/>
                    </a:solidFill>
                  </a:tcPr>
                </a:tc>
                <a:extLst>
                  <a:ext uri="{0D108BD9-81ED-4DB2-BD59-A6C34878D82A}">
                    <a16:rowId xmlns:a16="http://schemas.microsoft.com/office/drawing/2014/main" val="3791291561"/>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Sick</a:t>
                      </a: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Seek</a:t>
                      </a:r>
                    </a:p>
                  </a:txBody>
                  <a:tcPr>
                    <a:solidFill>
                      <a:schemeClr val="accent1"/>
                    </a:solidFill>
                  </a:tcPr>
                </a:tc>
                <a:extLst>
                  <a:ext uri="{0D108BD9-81ED-4DB2-BD59-A6C34878D82A}">
                    <a16:rowId xmlns:a16="http://schemas.microsoft.com/office/drawing/2014/main" val="2946737066"/>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Sin</a:t>
                      </a: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Scene</a:t>
                      </a:r>
                    </a:p>
                  </a:txBody>
                  <a:tcPr>
                    <a:solidFill>
                      <a:schemeClr val="accent1"/>
                    </a:solidFill>
                  </a:tcPr>
                </a:tc>
                <a:extLst>
                  <a:ext uri="{0D108BD9-81ED-4DB2-BD59-A6C34878D82A}">
                    <a16:rowId xmlns:a16="http://schemas.microsoft.com/office/drawing/2014/main" val="3230912610"/>
                  </a:ext>
                </a:extLst>
              </a:tr>
              <a:tr h="258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Still</a:t>
                      </a: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0" kern="1200">
                          <a:solidFill>
                            <a:schemeClr val="lt1"/>
                          </a:solidFill>
                          <a:effectLst/>
                          <a:latin typeface="+mn-lt"/>
                          <a:ea typeface="+mn-ea"/>
                          <a:cs typeface="+mn-cs"/>
                        </a:rPr>
                        <a:t>steel</a:t>
                      </a:r>
                      <a:endParaRPr lang="en-US" sz="2400" b="1" i="0" kern="1200" dirty="0">
                        <a:solidFill>
                          <a:schemeClr val="lt1"/>
                        </a:solidFill>
                        <a:effectLst/>
                        <a:latin typeface="+mn-lt"/>
                        <a:ea typeface="+mn-ea"/>
                        <a:cs typeface="+mn-cs"/>
                      </a:endParaRPr>
                    </a:p>
                  </a:txBody>
                  <a:tcPr>
                    <a:solidFill>
                      <a:schemeClr val="accent1"/>
                    </a:solidFill>
                  </a:tcPr>
                </a:tc>
                <a:extLst>
                  <a:ext uri="{0D108BD9-81ED-4DB2-BD59-A6C34878D82A}">
                    <a16:rowId xmlns:a16="http://schemas.microsoft.com/office/drawing/2014/main" val="131375645"/>
                  </a:ext>
                </a:extLst>
              </a:tr>
            </a:tbl>
          </a:graphicData>
        </a:graphic>
      </p:graphicFrame>
    </p:spTree>
    <p:extLst>
      <p:ext uri="{BB962C8B-B14F-4D97-AF65-F5344CB8AC3E}">
        <p14:creationId xmlns:p14="http://schemas.microsoft.com/office/powerpoint/2010/main" val="37107728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3DD3-C27C-457D-ADDD-066D01CB95CA}"/>
              </a:ext>
            </a:extLst>
          </p:cNvPr>
          <p:cNvSpPr>
            <a:spLocks noGrp="1"/>
          </p:cNvSpPr>
          <p:nvPr>
            <p:ph type="title"/>
          </p:nvPr>
        </p:nvSpPr>
        <p:spPr>
          <a:xfrm>
            <a:off x="1096766" y="244867"/>
            <a:ext cx="9875520" cy="1356360"/>
          </a:xfrm>
        </p:spPr>
        <p:txBody>
          <a:bodyPr/>
          <a:lstStyle/>
          <a:p>
            <a:r>
              <a:rPr lang="en-US" dirty="0">
                <a:latin typeface="Rockwell" panose="02060603020205020403" pitchFamily="18" charset="0"/>
              </a:rPr>
              <a:t>Let’s Practice!</a:t>
            </a:r>
          </a:p>
        </p:txBody>
      </p:sp>
      <p:pic>
        <p:nvPicPr>
          <p:cNvPr id="5" name="Graphic 4" descr="Bus">
            <a:extLst>
              <a:ext uri="{FF2B5EF4-FFF2-40B4-BE49-F238E27FC236}">
                <a16:creationId xmlns:a16="http://schemas.microsoft.com/office/drawing/2014/main" id="{22D80468-1845-4A70-B844-7C50FC401D4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28573" y="460759"/>
            <a:ext cx="914400" cy="914400"/>
          </a:xfrm>
          <a:prstGeom prst="rect">
            <a:avLst/>
          </a:prstGeom>
        </p:spPr>
      </p:pic>
      <p:graphicFrame>
        <p:nvGraphicFramePr>
          <p:cNvPr id="4" name="Content Placeholder 3">
            <a:extLst>
              <a:ext uri="{FF2B5EF4-FFF2-40B4-BE49-F238E27FC236}">
                <a16:creationId xmlns:a16="http://schemas.microsoft.com/office/drawing/2014/main" id="{31F44B22-324B-4DE8-B32C-85312184904C}"/>
              </a:ext>
            </a:extLst>
          </p:cNvPr>
          <p:cNvGraphicFramePr>
            <a:graphicFrameLocks noGrp="1"/>
          </p:cNvGraphicFramePr>
          <p:nvPr>
            <p:ph idx="1"/>
          </p:nvPr>
        </p:nvGraphicFramePr>
        <p:xfrm>
          <a:off x="1159668" y="1601227"/>
          <a:ext cx="9872664" cy="4371944"/>
        </p:xfrm>
        <a:graphic>
          <a:graphicData uri="http://schemas.openxmlformats.org/drawingml/2006/table">
            <a:tbl>
              <a:tblPr firstRow="1" bandRow="1">
                <a:tableStyleId>{5C22544A-7EE6-4342-B048-85BDC9FD1C3A}</a:tableStyleId>
              </a:tblPr>
              <a:tblGrid>
                <a:gridCol w="9872664">
                  <a:extLst>
                    <a:ext uri="{9D8B030D-6E8A-4147-A177-3AD203B41FA5}">
                      <a16:colId xmlns:a16="http://schemas.microsoft.com/office/drawing/2014/main" val="743422230"/>
                    </a:ext>
                  </a:extLst>
                </a:gridCol>
              </a:tblGrid>
              <a:tr h="4371944">
                <a:tc>
                  <a:txBody>
                    <a:bodyPr/>
                    <a:lstStyle/>
                    <a:p>
                      <a:endParaRPr lang="en-US" sz="800" i="1" dirty="0">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2496822786"/>
                  </a:ext>
                </a:extLst>
              </a:tr>
            </a:tbl>
          </a:graphicData>
        </a:graphic>
      </p:graphicFrame>
      <p:sp>
        <p:nvSpPr>
          <p:cNvPr id="3" name="TextBox 2">
            <a:extLst>
              <a:ext uri="{FF2B5EF4-FFF2-40B4-BE49-F238E27FC236}">
                <a16:creationId xmlns:a16="http://schemas.microsoft.com/office/drawing/2014/main" id="{925117E7-D6DC-FC2E-A952-A3DC295B9D76}"/>
              </a:ext>
            </a:extLst>
          </p:cNvPr>
          <p:cNvSpPr txBox="1"/>
          <p:nvPr/>
        </p:nvSpPr>
        <p:spPr>
          <a:xfrm>
            <a:off x="1389180" y="1939939"/>
            <a:ext cx="9131666" cy="3477875"/>
          </a:xfrm>
          <a:prstGeom prst="rect">
            <a:avLst/>
          </a:prstGeom>
          <a:noFill/>
        </p:spPr>
        <p:txBody>
          <a:bodyPr wrap="square" rtlCol="0">
            <a:spAutoFit/>
          </a:bodyPr>
          <a:lstStyle/>
          <a:p>
            <a:r>
              <a:rPr lang="en-PH" sz="2000" b="1" dirty="0">
                <a:solidFill>
                  <a:schemeClr val="bg1"/>
                </a:solidFill>
                <a:latin typeface="Raavi" panose="020B0502040204020203" pitchFamily="34" charset="0"/>
                <a:cs typeface="Raavi" panose="020B0502040204020203" pitchFamily="34" charset="0"/>
              </a:rPr>
              <a:t>Pete’s niece loves to eat seeds coated with thick cheese while she sits on a heated bench and sings with her little strings. This kid, who once bit the cheek of a hot chick because she thought she was seeing a roasted chicken, also licked the leaking faucet because she thought she had a beak and was drinking from a river. Pete has even seen his niece peel sleeping pills because she wanted to use the powder as filling for her cheese-coated seeds. One day, this niece went to the mountain peak, picked a deep pit, dipped herself under thick mud then jumped unto the pitch of darkness where hill and hell meet. Her death sounded wicked for the weak-hearted people like Pete. Investigation revealed that Pete’s niece went mad because she mills all day and skips meals. People will surely miss her specially her feet for running. </a:t>
            </a:r>
            <a:endParaRPr lang="en-US" sz="2000" b="1" dirty="0">
              <a:solidFill>
                <a:schemeClr val="bg1"/>
              </a:solidFill>
              <a:latin typeface="Raavi" panose="020B0502040204020203" pitchFamily="34" charset="0"/>
              <a:cs typeface="Raavi" panose="020B0502040204020203" pitchFamily="34" charset="0"/>
            </a:endParaRPr>
          </a:p>
        </p:txBody>
      </p:sp>
      <p:pic>
        <p:nvPicPr>
          <p:cNvPr id="6" name="Tongue Twister Pete's niece">
            <a:hlinkClick r:id="" action="ppaction://media"/>
            <a:extLst>
              <a:ext uri="{FF2B5EF4-FFF2-40B4-BE49-F238E27FC236}">
                <a16:creationId xmlns:a16="http://schemas.microsoft.com/office/drawing/2014/main" id="{5EEBC0BC-2C3A-E1C6-8A35-A7E5DCA894EE}"/>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9821863" y="5489575"/>
            <a:ext cx="406400" cy="406400"/>
          </a:xfrm>
          <a:prstGeom prst="rect">
            <a:avLst/>
          </a:prstGeom>
        </p:spPr>
      </p:pic>
    </p:spTree>
    <p:extLst>
      <p:ext uri="{BB962C8B-B14F-4D97-AF65-F5344CB8AC3E}">
        <p14:creationId xmlns:p14="http://schemas.microsoft.com/office/powerpoint/2010/main" val="1195591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7352"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3DD3-C27C-457D-ADDD-066D01CB95CA}"/>
              </a:ext>
            </a:extLst>
          </p:cNvPr>
          <p:cNvSpPr>
            <a:spLocks noGrp="1"/>
          </p:cNvSpPr>
          <p:nvPr>
            <p:ph type="title"/>
          </p:nvPr>
        </p:nvSpPr>
        <p:spPr>
          <a:xfrm>
            <a:off x="1096766" y="244867"/>
            <a:ext cx="9875520" cy="1356360"/>
          </a:xfrm>
        </p:spPr>
        <p:txBody>
          <a:bodyPr/>
          <a:lstStyle/>
          <a:p>
            <a:r>
              <a:rPr lang="en-US" dirty="0">
                <a:latin typeface="Rockwell" panose="02060603020205020403" pitchFamily="18" charset="0"/>
              </a:rPr>
              <a:t>The Consonants</a:t>
            </a:r>
          </a:p>
        </p:txBody>
      </p:sp>
      <p:pic>
        <p:nvPicPr>
          <p:cNvPr id="5" name="Graphic 4" descr="Meeting">
            <a:extLst>
              <a:ext uri="{FF2B5EF4-FFF2-40B4-BE49-F238E27FC236}">
                <a16:creationId xmlns:a16="http://schemas.microsoft.com/office/drawing/2014/main" id="{BC7F4CA9-C0CE-4E72-97F6-F2A2156DD6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61069" y="465847"/>
            <a:ext cx="914400" cy="914400"/>
          </a:xfrm>
          <a:prstGeom prst="rect">
            <a:avLst/>
          </a:prstGeom>
        </p:spPr>
      </p:pic>
      <p:graphicFrame>
        <p:nvGraphicFramePr>
          <p:cNvPr id="4" name="Content Placeholder 3">
            <a:extLst>
              <a:ext uri="{FF2B5EF4-FFF2-40B4-BE49-F238E27FC236}">
                <a16:creationId xmlns:a16="http://schemas.microsoft.com/office/drawing/2014/main" id="{31F44B22-324B-4DE8-B32C-85312184904C}"/>
              </a:ext>
            </a:extLst>
          </p:cNvPr>
          <p:cNvGraphicFramePr>
            <a:graphicFrameLocks noGrp="1"/>
          </p:cNvGraphicFramePr>
          <p:nvPr>
            <p:ph idx="1"/>
            <p:extLst>
              <p:ext uri="{D42A27DB-BD31-4B8C-83A1-F6EECF244321}">
                <p14:modId xmlns:p14="http://schemas.microsoft.com/office/powerpoint/2010/main" val="809755518"/>
              </p:ext>
            </p:extLst>
          </p:nvPr>
        </p:nvGraphicFramePr>
        <p:xfrm>
          <a:off x="1159668" y="1601227"/>
          <a:ext cx="9872664" cy="4435869"/>
        </p:xfrm>
        <a:graphic>
          <a:graphicData uri="http://schemas.openxmlformats.org/drawingml/2006/table">
            <a:tbl>
              <a:tblPr firstRow="1" bandRow="1">
                <a:tableStyleId>{5C22544A-7EE6-4342-B048-85BDC9FD1C3A}</a:tableStyleId>
              </a:tblPr>
              <a:tblGrid>
                <a:gridCol w="9872664">
                  <a:extLst>
                    <a:ext uri="{9D8B030D-6E8A-4147-A177-3AD203B41FA5}">
                      <a16:colId xmlns:a16="http://schemas.microsoft.com/office/drawing/2014/main" val="743422230"/>
                    </a:ext>
                  </a:extLst>
                </a:gridCol>
              </a:tblGrid>
              <a:tr h="4435869">
                <a:tc>
                  <a:txBody>
                    <a:bodyPr/>
                    <a:lstStyle/>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dirty="0">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2496822786"/>
                  </a:ext>
                </a:extLst>
              </a:tr>
            </a:tbl>
          </a:graphicData>
        </a:graphic>
      </p:graphicFrame>
      <p:sp>
        <p:nvSpPr>
          <p:cNvPr id="9" name="TextBox 8">
            <a:extLst>
              <a:ext uri="{FF2B5EF4-FFF2-40B4-BE49-F238E27FC236}">
                <a16:creationId xmlns:a16="http://schemas.microsoft.com/office/drawing/2014/main" id="{54F5D978-3DFB-3B20-5FD5-9C893825744C}"/>
              </a:ext>
            </a:extLst>
          </p:cNvPr>
          <p:cNvSpPr txBox="1"/>
          <p:nvPr/>
        </p:nvSpPr>
        <p:spPr>
          <a:xfrm>
            <a:off x="3866606" y="6227181"/>
            <a:ext cx="2455233" cy="21544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800" b="0" i="1" dirty="0">
                <a:latin typeface="Tahoma" panose="020B0604030504040204" pitchFamily="34" charset="0"/>
                <a:ea typeface="Tahoma" panose="020B0604030504040204" pitchFamily="34" charset="0"/>
                <a:cs typeface="Tahoma" panose="020B0604030504040204" pitchFamily="34" charset="0"/>
              </a:rPr>
              <a:t>Source: </a:t>
            </a:r>
            <a:r>
              <a:rPr lang="en-US" sz="800" i="1" dirty="0">
                <a:hlinkClick r:id="rId5"/>
              </a:rPr>
              <a:t>Reading Rockets | Launching Young Readers</a:t>
            </a:r>
            <a:r>
              <a:rPr lang="en-US" sz="800" b="0" i="1" dirty="0">
                <a:latin typeface="Tahoma" panose="020B0604030504040204" pitchFamily="34" charset="0"/>
                <a:ea typeface="Tahoma" panose="020B0604030504040204" pitchFamily="34" charset="0"/>
                <a:cs typeface="Tahoma" panose="020B0604030504040204" pitchFamily="34" charset="0"/>
              </a:rPr>
              <a:t> </a:t>
            </a:r>
            <a:endParaRPr lang="en-US" sz="800" b="0" i="0" dirty="0">
              <a:latin typeface="Tahoma" panose="020B0604030504040204" pitchFamily="34" charset="0"/>
              <a:ea typeface="Tahoma" panose="020B0604030504040204" pitchFamily="34" charset="0"/>
              <a:cs typeface="Tahoma" panose="020B0604030504040204" pitchFamily="34" charset="0"/>
            </a:endParaRPr>
          </a:p>
        </p:txBody>
      </p:sp>
      <p:pic>
        <p:nvPicPr>
          <p:cNvPr id="3" name="Picture 2">
            <a:extLst>
              <a:ext uri="{FF2B5EF4-FFF2-40B4-BE49-F238E27FC236}">
                <a16:creationId xmlns:a16="http://schemas.microsoft.com/office/drawing/2014/main" id="{B8845946-A89B-D709-39E6-F473435AC618}"/>
              </a:ext>
            </a:extLst>
          </p:cNvPr>
          <p:cNvPicPr>
            <a:picLocks noChangeAspect="1"/>
          </p:cNvPicPr>
          <p:nvPr/>
        </p:nvPicPr>
        <p:blipFill rotWithShape="1">
          <a:blip r:embed="rId6"/>
          <a:srcRect l="2376" t="6349" r="2490" b="54747"/>
          <a:stretch/>
        </p:blipFill>
        <p:spPr>
          <a:xfrm>
            <a:off x="2244587" y="2367079"/>
            <a:ext cx="7702826" cy="2904164"/>
          </a:xfrm>
          <a:prstGeom prst="rect">
            <a:avLst/>
          </a:prstGeom>
        </p:spPr>
      </p:pic>
    </p:spTree>
    <p:extLst>
      <p:ext uri="{BB962C8B-B14F-4D97-AF65-F5344CB8AC3E}">
        <p14:creationId xmlns:p14="http://schemas.microsoft.com/office/powerpoint/2010/main" val="31404362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D991E-9C12-688F-6CC3-F18778776D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B1ED80-6B57-B305-4502-29A0A4B1ECA9}"/>
              </a:ext>
            </a:extLst>
          </p:cNvPr>
          <p:cNvSpPr>
            <a:spLocks noGrp="1"/>
          </p:cNvSpPr>
          <p:nvPr>
            <p:ph type="title"/>
          </p:nvPr>
        </p:nvSpPr>
        <p:spPr>
          <a:xfrm>
            <a:off x="1096766" y="244867"/>
            <a:ext cx="9875520" cy="1356360"/>
          </a:xfrm>
        </p:spPr>
        <p:txBody>
          <a:bodyPr/>
          <a:lstStyle/>
          <a:p>
            <a:r>
              <a:rPr lang="en-US" dirty="0">
                <a:latin typeface="Rockwell" panose="02060603020205020403" pitchFamily="18" charset="0"/>
              </a:rPr>
              <a:t>The Consonants</a:t>
            </a:r>
          </a:p>
        </p:txBody>
      </p:sp>
      <p:pic>
        <p:nvPicPr>
          <p:cNvPr id="5" name="Graphic 4" descr="Meeting">
            <a:extLst>
              <a:ext uri="{FF2B5EF4-FFF2-40B4-BE49-F238E27FC236}">
                <a16:creationId xmlns:a16="http://schemas.microsoft.com/office/drawing/2014/main" id="{18129AFC-836C-F380-92D1-E720F12008D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61069" y="465847"/>
            <a:ext cx="914400" cy="914400"/>
          </a:xfrm>
          <a:prstGeom prst="rect">
            <a:avLst/>
          </a:prstGeom>
        </p:spPr>
      </p:pic>
      <p:graphicFrame>
        <p:nvGraphicFramePr>
          <p:cNvPr id="4" name="Content Placeholder 3">
            <a:extLst>
              <a:ext uri="{FF2B5EF4-FFF2-40B4-BE49-F238E27FC236}">
                <a16:creationId xmlns:a16="http://schemas.microsoft.com/office/drawing/2014/main" id="{4301893D-2A1B-05B7-047C-5BFD9534F4C4}"/>
              </a:ext>
            </a:extLst>
          </p:cNvPr>
          <p:cNvGraphicFramePr>
            <a:graphicFrameLocks noGrp="1"/>
          </p:cNvGraphicFramePr>
          <p:nvPr>
            <p:ph idx="1"/>
          </p:nvPr>
        </p:nvGraphicFramePr>
        <p:xfrm>
          <a:off x="1159668" y="1601227"/>
          <a:ext cx="9872664" cy="4435869"/>
        </p:xfrm>
        <a:graphic>
          <a:graphicData uri="http://schemas.openxmlformats.org/drawingml/2006/table">
            <a:tbl>
              <a:tblPr firstRow="1" bandRow="1">
                <a:tableStyleId>{5C22544A-7EE6-4342-B048-85BDC9FD1C3A}</a:tableStyleId>
              </a:tblPr>
              <a:tblGrid>
                <a:gridCol w="9872664">
                  <a:extLst>
                    <a:ext uri="{9D8B030D-6E8A-4147-A177-3AD203B41FA5}">
                      <a16:colId xmlns:a16="http://schemas.microsoft.com/office/drawing/2014/main" val="743422230"/>
                    </a:ext>
                  </a:extLst>
                </a:gridCol>
              </a:tblGrid>
              <a:tr h="4435869">
                <a:tc>
                  <a:txBody>
                    <a:bodyPr/>
                    <a:lstStyle/>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dirty="0">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2496822786"/>
                  </a:ext>
                </a:extLst>
              </a:tr>
            </a:tbl>
          </a:graphicData>
        </a:graphic>
      </p:graphicFrame>
      <p:sp>
        <p:nvSpPr>
          <p:cNvPr id="9" name="TextBox 8">
            <a:extLst>
              <a:ext uri="{FF2B5EF4-FFF2-40B4-BE49-F238E27FC236}">
                <a16:creationId xmlns:a16="http://schemas.microsoft.com/office/drawing/2014/main" id="{971CFD03-4760-CE21-12CC-E33A55ED9E0B}"/>
              </a:ext>
            </a:extLst>
          </p:cNvPr>
          <p:cNvSpPr txBox="1"/>
          <p:nvPr/>
        </p:nvSpPr>
        <p:spPr>
          <a:xfrm>
            <a:off x="3866606" y="6227181"/>
            <a:ext cx="2455233" cy="21544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800" b="0" i="1" dirty="0">
                <a:latin typeface="Tahoma" panose="020B0604030504040204" pitchFamily="34" charset="0"/>
                <a:ea typeface="Tahoma" panose="020B0604030504040204" pitchFamily="34" charset="0"/>
                <a:cs typeface="Tahoma" panose="020B0604030504040204" pitchFamily="34" charset="0"/>
              </a:rPr>
              <a:t>Source: </a:t>
            </a:r>
            <a:r>
              <a:rPr lang="en-US" sz="800" i="1" dirty="0">
                <a:hlinkClick r:id="rId5"/>
              </a:rPr>
              <a:t>Reading Rockets | Launching Young Readers</a:t>
            </a:r>
            <a:r>
              <a:rPr lang="en-US" sz="800" b="0" i="1" dirty="0">
                <a:latin typeface="Tahoma" panose="020B0604030504040204" pitchFamily="34" charset="0"/>
                <a:ea typeface="Tahoma" panose="020B0604030504040204" pitchFamily="34" charset="0"/>
                <a:cs typeface="Tahoma" panose="020B0604030504040204" pitchFamily="34" charset="0"/>
              </a:rPr>
              <a:t> </a:t>
            </a:r>
            <a:endParaRPr lang="en-US" sz="800" b="0" i="0" dirty="0">
              <a:latin typeface="Tahoma" panose="020B0604030504040204" pitchFamily="34" charset="0"/>
              <a:ea typeface="Tahoma" panose="020B0604030504040204" pitchFamily="34" charset="0"/>
              <a:cs typeface="Tahoma" panose="020B0604030504040204" pitchFamily="34" charset="0"/>
            </a:endParaRPr>
          </a:p>
        </p:txBody>
      </p:sp>
      <p:pic>
        <p:nvPicPr>
          <p:cNvPr id="7" name="Picture 6">
            <a:extLst>
              <a:ext uri="{FF2B5EF4-FFF2-40B4-BE49-F238E27FC236}">
                <a16:creationId xmlns:a16="http://schemas.microsoft.com/office/drawing/2014/main" id="{89618009-B70A-D637-BBD3-AC8C71AF9142}"/>
              </a:ext>
            </a:extLst>
          </p:cNvPr>
          <p:cNvPicPr>
            <a:picLocks noChangeAspect="1"/>
          </p:cNvPicPr>
          <p:nvPr/>
        </p:nvPicPr>
        <p:blipFill rotWithShape="1">
          <a:blip r:embed="rId6"/>
          <a:srcRect l="2397" t="45305" r="2509" b="7871"/>
          <a:stretch/>
        </p:blipFill>
        <p:spPr>
          <a:xfrm>
            <a:off x="2552700" y="2239555"/>
            <a:ext cx="7086600" cy="3217027"/>
          </a:xfrm>
          <a:prstGeom prst="rect">
            <a:avLst/>
          </a:prstGeom>
        </p:spPr>
      </p:pic>
    </p:spTree>
    <p:extLst>
      <p:ext uri="{BB962C8B-B14F-4D97-AF65-F5344CB8AC3E}">
        <p14:creationId xmlns:p14="http://schemas.microsoft.com/office/powerpoint/2010/main" val="36542370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3DD3-C27C-457D-ADDD-066D01CB95CA}"/>
              </a:ext>
            </a:extLst>
          </p:cNvPr>
          <p:cNvSpPr>
            <a:spLocks noGrp="1"/>
          </p:cNvSpPr>
          <p:nvPr>
            <p:ph type="title"/>
          </p:nvPr>
        </p:nvSpPr>
        <p:spPr>
          <a:xfrm>
            <a:off x="1096766" y="244867"/>
            <a:ext cx="9875520" cy="1356360"/>
          </a:xfrm>
        </p:spPr>
        <p:txBody>
          <a:bodyPr/>
          <a:lstStyle/>
          <a:p>
            <a:r>
              <a:rPr lang="en-US" dirty="0">
                <a:latin typeface="Rockwell" panose="02060603020205020403" pitchFamily="18" charset="0"/>
              </a:rPr>
              <a:t>The Consonants</a:t>
            </a:r>
          </a:p>
        </p:txBody>
      </p:sp>
      <p:pic>
        <p:nvPicPr>
          <p:cNvPr id="5" name="Graphic 4" descr="Meeting">
            <a:extLst>
              <a:ext uri="{FF2B5EF4-FFF2-40B4-BE49-F238E27FC236}">
                <a16:creationId xmlns:a16="http://schemas.microsoft.com/office/drawing/2014/main" id="{BC7F4CA9-C0CE-4E72-97F6-F2A2156DD6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61069" y="465847"/>
            <a:ext cx="914400" cy="914400"/>
          </a:xfrm>
          <a:prstGeom prst="rect">
            <a:avLst/>
          </a:prstGeom>
        </p:spPr>
      </p:pic>
      <p:graphicFrame>
        <p:nvGraphicFramePr>
          <p:cNvPr id="4" name="Content Placeholder 3">
            <a:extLst>
              <a:ext uri="{FF2B5EF4-FFF2-40B4-BE49-F238E27FC236}">
                <a16:creationId xmlns:a16="http://schemas.microsoft.com/office/drawing/2014/main" id="{31F44B22-324B-4DE8-B32C-85312184904C}"/>
              </a:ext>
            </a:extLst>
          </p:cNvPr>
          <p:cNvGraphicFramePr>
            <a:graphicFrameLocks noGrp="1"/>
          </p:cNvGraphicFramePr>
          <p:nvPr>
            <p:ph idx="1"/>
          </p:nvPr>
        </p:nvGraphicFramePr>
        <p:xfrm>
          <a:off x="1159668" y="1601227"/>
          <a:ext cx="9872664" cy="4435869"/>
        </p:xfrm>
        <a:graphic>
          <a:graphicData uri="http://schemas.openxmlformats.org/drawingml/2006/table">
            <a:tbl>
              <a:tblPr firstRow="1" bandRow="1">
                <a:tableStyleId>{5C22544A-7EE6-4342-B048-85BDC9FD1C3A}</a:tableStyleId>
              </a:tblPr>
              <a:tblGrid>
                <a:gridCol w="9872664">
                  <a:extLst>
                    <a:ext uri="{9D8B030D-6E8A-4147-A177-3AD203B41FA5}">
                      <a16:colId xmlns:a16="http://schemas.microsoft.com/office/drawing/2014/main" val="743422230"/>
                    </a:ext>
                  </a:extLst>
                </a:gridCol>
              </a:tblGrid>
              <a:tr h="4435869">
                <a:tc>
                  <a:txBody>
                    <a:bodyPr/>
                    <a:lstStyle/>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dirty="0">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2496822786"/>
                  </a:ext>
                </a:extLst>
              </a:tr>
            </a:tbl>
          </a:graphicData>
        </a:graphic>
      </p:graphicFrame>
      <p:pic>
        <p:nvPicPr>
          <p:cNvPr id="8" name="Picture 7">
            <a:extLst>
              <a:ext uri="{FF2B5EF4-FFF2-40B4-BE49-F238E27FC236}">
                <a16:creationId xmlns:a16="http://schemas.microsoft.com/office/drawing/2014/main" id="{E93F484B-7DF4-F81C-1C2C-8E610AD34867}"/>
              </a:ext>
            </a:extLst>
          </p:cNvPr>
          <p:cNvPicPr>
            <a:picLocks noChangeAspect="1"/>
          </p:cNvPicPr>
          <p:nvPr/>
        </p:nvPicPr>
        <p:blipFill rotWithShape="1">
          <a:blip r:embed="rId5"/>
          <a:srcRect l="3540" t="6285" r="3139" b="59040"/>
          <a:stretch/>
        </p:blipFill>
        <p:spPr>
          <a:xfrm>
            <a:off x="2077279" y="2842591"/>
            <a:ext cx="8259418" cy="2136913"/>
          </a:xfrm>
          <a:prstGeom prst="rect">
            <a:avLst/>
          </a:prstGeom>
        </p:spPr>
      </p:pic>
      <p:sp>
        <p:nvSpPr>
          <p:cNvPr id="9" name="TextBox 8">
            <a:extLst>
              <a:ext uri="{FF2B5EF4-FFF2-40B4-BE49-F238E27FC236}">
                <a16:creationId xmlns:a16="http://schemas.microsoft.com/office/drawing/2014/main" id="{54F5D978-3DFB-3B20-5FD5-9C893825744C}"/>
              </a:ext>
            </a:extLst>
          </p:cNvPr>
          <p:cNvSpPr txBox="1"/>
          <p:nvPr/>
        </p:nvSpPr>
        <p:spPr>
          <a:xfrm>
            <a:off x="3866606" y="6227181"/>
            <a:ext cx="2455233" cy="21544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800" b="0" i="1" dirty="0">
                <a:latin typeface="Tahoma" panose="020B0604030504040204" pitchFamily="34" charset="0"/>
                <a:ea typeface="Tahoma" panose="020B0604030504040204" pitchFamily="34" charset="0"/>
                <a:cs typeface="Tahoma" panose="020B0604030504040204" pitchFamily="34" charset="0"/>
              </a:rPr>
              <a:t>Source: </a:t>
            </a:r>
            <a:r>
              <a:rPr lang="en-US" sz="800" i="1" dirty="0">
                <a:hlinkClick r:id="rId6"/>
              </a:rPr>
              <a:t>Reading Rockets | Launching Young Readers</a:t>
            </a:r>
            <a:r>
              <a:rPr lang="en-US" sz="800" b="0" i="1" dirty="0">
                <a:latin typeface="Tahoma" panose="020B0604030504040204" pitchFamily="34" charset="0"/>
                <a:ea typeface="Tahoma" panose="020B0604030504040204" pitchFamily="34" charset="0"/>
                <a:cs typeface="Tahoma" panose="020B0604030504040204" pitchFamily="34" charset="0"/>
              </a:rPr>
              <a:t> </a:t>
            </a:r>
            <a:endParaRPr lang="en-US" sz="800" b="0" i="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8763558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E368F-750F-1451-AC75-030510EE20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A39236-3AE7-659D-AB3F-9F06A4FFD160}"/>
              </a:ext>
            </a:extLst>
          </p:cNvPr>
          <p:cNvSpPr>
            <a:spLocks noGrp="1"/>
          </p:cNvSpPr>
          <p:nvPr>
            <p:ph type="title"/>
          </p:nvPr>
        </p:nvSpPr>
        <p:spPr>
          <a:xfrm>
            <a:off x="1096766" y="244867"/>
            <a:ext cx="9875520" cy="1356360"/>
          </a:xfrm>
        </p:spPr>
        <p:txBody>
          <a:bodyPr/>
          <a:lstStyle/>
          <a:p>
            <a:r>
              <a:rPr lang="en-US" dirty="0">
                <a:latin typeface="Rockwell" panose="02060603020205020403" pitchFamily="18" charset="0"/>
              </a:rPr>
              <a:t>The Consonants</a:t>
            </a:r>
          </a:p>
        </p:txBody>
      </p:sp>
      <p:pic>
        <p:nvPicPr>
          <p:cNvPr id="5" name="Graphic 4" descr="Meeting">
            <a:extLst>
              <a:ext uri="{FF2B5EF4-FFF2-40B4-BE49-F238E27FC236}">
                <a16:creationId xmlns:a16="http://schemas.microsoft.com/office/drawing/2014/main" id="{C4B18550-43A2-F169-2FFC-25A33685BC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61069" y="465847"/>
            <a:ext cx="914400" cy="914400"/>
          </a:xfrm>
          <a:prstGeom prst="rect">
            <a:avLst/>
          </a:prstGeom>
        </p:spPr>
      </p:pic>
      <p:graphicFrame>
        <p:nvGraphicFramePr>
          <p:cNvPr id="4" name="Content Placeholder 3">
            <a:extLst>
              <a:ext uri="{FF2B5EF4-FFF2-40B4-BE49-F238E27FC236}">
                <a16:creationId xmlns:a16="http://schemas.microsoft.com/office/drawing/2014/main" id="{715D7FD6-06B6-0984-0822-8ED9B153B7B1}"/>
              </a:ext>
            </a:extLst>
          </p:cNvPr>
          <p:cNvGraphicFramePr>
            <a:graphicFrameLocks noGrp="1"/>
          </p:cNvGraphicFramePr>
          <p:nvPr>
            <p:ph idx="1"/>
          </p:nvPr>
        </p:nvGraphicFramePr>
        <p:xfrm>
          <a:off x="1159668" y="1601227"/>
          <a:ext cx="9872664" cy="4435869"/>
        </p:xfrm>
        <a:graphic>
          <a:graphicData uri="http://schemas.openxmlformats.org/drawingml/2006/table">
            <a:tbl>
              <a:tblPr firstRow="1" bandRow="1">
                <a:tableStyleId>{5C22544A-7EE6-4342-B048-85BDC9FD1C3A}</a:tableStyleId>
              </a:tblPr>
              <a:tblGrid>
                <a:gridCol w="9872664">
                  <a:extLst>
                    <a:ext uri="{9D8B030D-6E8A-4147-A177-3AD203B41FA5}">
                      <a16:colId xmlns:a16="http://schemas.microsoft.com/office/drawing/2014/main" val="743422230"/>
                    </a:ext>
                  </a:extLst>
                </a:gridCol>
              </a:tblGrid>
              <a:tr h="4435869">
                <a:tc>
                  <a:txBody>
                    <a:bodyPr/>
                    <a:lstStyle/>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dirty="0">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2496822786"/>
                  </a:ext>
                </a:extLst>
              </a:tr>
            </a:tbl>
          </a:graphicData>
        </a:graphic>
      </p:graphicFrame>
      <p:pic>
        <p:nvPicPr>
          <p:cNvPr id="8" name="Picture 7">
            <a:extLst>
              <a:ext uri="{FF2B5EF4-FFF2-40B4-BE49-F238E27FC236}">
                <a16:creationId xmlns:a16="http://schemas.microsoft.com/office/drawing/2014/main" id="{2ECBA54B-CAAF-4D0F-3A85-11D3868D7694}"/>
              </a:ext>
            </a:extLst>
          </p:cNvPr>
          <p:cNvPicPr>
            <a:picLocks noChangeAspect="1"/>
          </p:cNvPicPr>
          <p:nvPr/>
        </p:nvPicPr>
        <p:blipFill rotWithShape="1">
          <a:blip r:embed="rId5"/>
          <a:srcRect l="3480" t="41626" r="3272" b="3837"/>
          <a:stretch/>
        </p:blipFill>
        <p:spPr>
          <a:xfrm>
            <a:off x="1958009" y="2286000"/>
            <a:ext cx="8418443" cy="3061252"/>
          </a:xfrm>
          <a:prstGeom prst="rect">
            <a:avLst/>
          </a:prstGeom>
        </p:spPr>
      </p:pic>
      <p:sp>
        <p:nvSpPr>
          <p:cNvPr id="9" name="TextBox 8">
            <a:extLst>
              <a:ext uri="{FF2B5EF4-FFF2-40B4-BE49-F238E27FC236}">
                <a16:creationId xmlns:a16="http://schemas.microsoft.com/office/drawing/2014/main" id="{B8685784-EFA5-1655-A04B-11AB806C3584}"/>
              </a:ext>
            </a:extLst>
          </p:cNvPr>
          <p:cNvSpPr txBox="1"/>
          <p:nvPr/>
        </p:nvSpPr>
        <p:spPr>
          <a:xfrm>
            <a:off x="3866606" y="6227181"/>
            <a:ext cx="2455233" cy="21544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800" b="0" i="1" dirty="0">
                <a:latin typeface="Tahoma" panose="020B0604030504040204" pitchFamily="34" charset="0"/>
                <a:ea typeface="Tahoma" panose="020B0604030504040204" pitchFamily="34" charset="0"/>
                <a:cs typeface="Tahoma" panose="020B0604030504040204" pitchFamily="34" charset="0"/>
              </a:rPr>
              <a:t>Source: </a:t>
            </a:r>
            <a:r>
              <a:rPr lang="en-US" sz="800" i="1" dirty="0">
                <a:hlinkClick r:id="rId6"/>
              </a:rPr>
              <a:t>Reading Rockets | Launching Young Readers</a:t>
            </a:r>
            <a:r>
              <a:rPr lang="en-US" sz="800" b="0" i="1" dirty="0">
                <a:latin typeface="Tahoma" panose="020B0604030504040204" pitchFamily="34" charset="0"/>
                <a:ea typeface="Tahoma" panose="020B0604030504040204" pitchFamily="34" charset="0"/>
                <a:cs typeface="Tahoma" panose="020B0604030504040204" pitchFamily="34" charset="0"/>
              </a:rPr>
              <a:t> </a:t>
            </a:r>
            <a:endParaRPr lang="en-US" sz="800" b="0" i="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7286886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E368F-750F-1451-AC75-030510EE20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A39236-3AE7-659D-AB3F-9F06A4FFD160}"/>
              </a:ext>
            </a:extLst>
          </p:cNvPr>
          <p:cNvSpPr>
            <a:spLocks noGrp="1"/>
          </p:cNvSpPr>
          <p:nvPr>
            <p:ph type="title"/>
          </p:nvPr>
        </p:nvSpPr>
        <p:spPr>
          <a:xfrm>
            <a:off x="1096766" y="244867"/>
            <a:ext cx="9875520" cy="1356360"/>
          </a:xfrm>
        </p:spPr>
        <p:txBody>
          <a:bodyPr/>
          <a:lstStyle/>
          <a:p>
            <a:r>
              <a:rPr lang="en-US" dirty="0">
                <a:latin typeface="Rockwell" panose="02060603020205020403" pitchFamily="18" charset="0"/>
              </a:rPr>
              <a:t>P – F Minimal Pairs</a:t>
            </a:r>
          </a:p>
        </p:txBody>
      </p:sp>
      <p:pic>
        <p:nvPicPr>
          <p:cNvPr id="5" name="Graphic 4" descr="Meeting">
            <a:extLst>
              <a:ext uri="{FF2B5EF4-FFF2-40B4-BE49-F238E27FC236}">
                <a16:creationId xmlns:a16="http://schemas.microsoft.com/office/drawing/2014/main" id="{C4B18550-43A2-F169-2FFC-25A33685BC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61069" y="465847"/>
            <a:ext cx="914400" cy="914400"/>
          </a:xfrm>
          <a:prstGeom prst="rect">
            <a:avLst/>
          </a:prstGeom>
        </p:spPr>
      </p:pic>
      <p:graphicFrame>
        <p:nvGraphicFramePr>
          <p:cNvPr id="4" name="Content Placeholder 3">
            <a:extLst>
              <a:ext uri="{FF2B5EF4-FFF2-40B4-BE49-F238E27FC236}">
                <a16:creationId xmlns:a16="http://schemas.microsoft.com/office/drawing/2014/main" id="{715D7FD6-06B6-0984-0822-8ED9B153B7B1}"/>
              </a:ext>
            </a:extLst>
          </p:cNvPr>
          <p:cNvGraphicFramePr>
            <a:graphicFrameLocks noGrp="1"/>
          </p:cNvGraphicFramePr>
          <p:nvPr>
            <p:ph idx="1"/>
            <p:extLst>
              <p:ext uri="{D42A27DB-BD31-4B8C-83A1-F6EECF244321}">
                <p14:modId xmlns:p14="http://schemas.microsoft.com/office/powerpoint/2010/main" val="3415522667"/>
              </p:ext>
            </p:extLst>
          </p:nvPr>
        </p:nvGraphicFramePr>
        <p:xfrm>
          <a:off x="1159668" y="1601227"/>
          <a:ext cx="9872664" cy="4435869"/>
        </p:xfrm>
        <a:graphic>
          <a:graphicData uri="http://schemas.openxmlformats.org/drawingml/2006/table">
            <a:tbl>
              <a:tblPr firstRow="1" bandRow="1">
                <a:tableStyleId>{5C22544A-7EE6-4342-B048-85BDC9FD1C3A}</a:tableStyleId>
              </a:tblPr>
              <a:tblGrid>
                <a:gridCol w="9872664">
                  <a:extLst>
                    <a:ext uri="{9D8B030D-6E8A-4147-A177-3AD203B41FA5}">
                      <a16:colId xmlns:a16="http://schemas.microsoft.com/office/drawing/2014/main" val="743422230"/>
                    </a:ext>
                  </a:extLst>
                </a:gridCol>
              </a:tblGrid>
              <a:tr h="4435869">
                <a:tc>
                  <a:txBody>
                    <a:bodyPr/>
                    <a:lstStyle/>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dirty="0">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2496822786"/>
                  </a:ext>
                </a:extLst>
              </a:tr>
            </a:tbl>
          </a:graphicData>
        </a:graphic>
      </p:graphicFrame>
      <p:graphicFrame>
        <p:nvGraphicFramePr>
          <p:cNvPr id="6" name="Table 5">
            <a:extLst>
              <a:ext uri="{FF2B5EF4-FFF2-40B4-BE49-F238E27FC236}">
                <a16:creationId xmlns:a16="http://schemas.microsoft.com/office/drawing/2014/main" id="{B7231934-001E-845C-0B7E-32D3506E4387}"/>
              </a:ext>
            </a:extLst>
          </p:cNvPr>
          <p:cNvGraphicFramePr>
            <a:graphicFrameLocks noGrp="1"/>
          </p:cNvGraphicFramePr>
          <p:nvPr>
            <p:extLst>
              <p:ext uri="{D42A27DB-BD31-4B8C-83A1-F6EECF244321}">
                <p14:modId xmlns:p14="http://schemas.microsoft.com/office/powerpoint/2010/main" val="2787472271"/>
              </p:ext>
            </p:extLst>
          </p:nvPr>
        </p:nvGraphicFramePr>
        <p:xfrm>
          <a:off x="1511647" y="2254846"/>
          <a:ext cx="8815110" cy="3149371"/>
        </p:xfrm>
        <a:graphic>
          <a:graphicData uri="http://schemas.openxmlformats.org/drawingml/2006/table">
            <a:tbl>
              <a:tblPr firstRow="1" bandRow="1"/>
              <a:tblGrid>
                <a:gridCol w="2938370">
                  <a:extLst>
                    <a:ext uri="{9D8B030D-6E8A-4147-A177-3AD203B41FA5}">
                      <a16:colId xmlns:a16="http://schemas.microsoft.com/office/drawing/2014/main" val="23951883"/>
                    </a:ext>
                  </a:extLst>
                </a:gridCol>
                <a:gridCol w="2938370">
                  <a:extLst>
                    <a:ext uri="{9D8B030D-6E8A-4147-A177-3AD203B41FA5}">
                      <a16:colId xmlns:a16="http://schemas.microsoft.com/office/drawing/2014/main" val="2052923900"/>
                    </a:ext>
                  </a:extLst>
                </a:gridCol>
                <a:gridCol w="2938370">
                  <a:extLst>
                    <a:ext uri="{9D8B030D-6E8A-4147-A177-3AD203B41FA5}">
                      <a16:colId xmlns:a16="http://schemas.microsoft.com/office/drawing/2014/main" val="1399385209"/>
                    </a:ext>
                  </a:extLst>
                </a:gridCol>
              </a:tblGrid>
              <a:tr h="5971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u="none" strike="noStrike" kern="1200" cap="none" spc="0" normalizeH="0" baseline="0" noProof="0" dirty="0">
                          <a:ln>
                            <a:noFill/>
                          </a:ln>
                          <a:solidFill>
                            <a:schemeClr val="bg1"/>
                          </a:solidFill>
                          <a:effectLst/>
                          <a:uLnTx/>
                          <a:uFillTx/>
                        </a:rPr>
                        <a:t>fast - past</a:t>
                      </a:r>
                    </a:p>
                    <a:p>
                      <a:pPr algn="ctr"/>
                      <a:endParaRPr lang="en-US" dirty="0">
                        <a:solidFill>
                          <a:schemeClr val="bg1"/>
                        </a:solidFill>
                      </a:endParaRPr>
                    </a:p>
                  </a:txBody>
                  <a:tcPr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u="none" strike="noStrike" kern="1200" cap="none" spc="0" normalizeH="0" baseline="0" noProof="0" dirty="0">
                          <a:ln>
                            <a:noFill/>
                          </a:ln>
                          <a:solidFill>
                            <a:schemeClr val="bg1"/>
                          </a:solidFill>
                          <a:effectLst/>
                          <a:uLnTx/>
                          <a:uFillTx/>
                        </a:rPr>
                        <a:t>foot- put</a:t>
                      </a:r>
                    </a:p>
                    <a:p>
                      <a:pPr algn="ctr"/>
                      <a:endParaRPr lang="en-US" dirty="0">
                        <a:solidFill>
                          <a:schemeClr val="bg1"/>
                        </a:solidFill>
                      </a:endParaRPr>
                    </a:p>
                  </a:txBody>
                  <a:tcPr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u="none" strike="noStrike" kern="1200" cap="none" spc="0" normalizeH="0" baseline="0" noProof="0" dirty="0">
                          <a:ln>
                            <a:noFill/>
                          </a:ln>
                          <a:solidFill>
                            <a:schemeClr val="bg1"/>
                          </a:solidFill>
                          <a:effectLst/>
                          <a:uLnTx/>
                          <a:uFillTx/>
                        </a:rPr>
                        <a:t>fork- pork</a:t>
                      </a:r>
                    </a:p>
                    <a:p>
                      <a:pPr algn="ctr"/>
                      <a:endParaRPr lang="en-US" dirty="0">
                        <a:solidFill>
                          <a:schemeClr val="bg1"/>
                        </a:solidFill>
                      </a:endParaRPr>
                    </a:p>
                  </a:txBody>
                  <a:tcPr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887323413"/>
                  </a:ext>
                </a:extLst>
              </a:tr>
              <a:tr h="577067">
                <a:tc>
                  <a:txBody>
                    <a:bodyPr/>
                    <a:lstStyle/>
                    <a:p>
                      <a:pPr algn="ctr"/>
                      <a:r>
                        <a:rPr lang="en-US" sz="3600" dirty="0">
                          <a:solidFill>
                            <a:schemeClr val="bg1"/>
                          </a:solidFill>
                        </a:rPr>
                        <a:t>face - pace</a:t>
                      </a:r>
                    </a:p>
                  </a:txBody>
                  <a:tcPr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r>
                        <a:rPr lang="en-US" sz="3600" kern="1200" dirty="0">
                          <a:solidFill>
                            <a:schemeClr val="bg1"/>
                          </a:solidFill>
                          <a:effectLst/>
                        </a:rPr>
                        <a:t>fan - pan</a:t>
                      </a:r>
                      <a:endParaRPr lang="en-US" sz="3600" dirty="0">
                        <a:solidFill>
                          <a:schemeClr val="bg1"/>
                        </a:solidFill>
                      </a:endParaRPr>
                    </a:p>
                  </a:txBody>
                  <a:tcPr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r>
                        <a:rPr lang="en-US" sz="3600" kern="1200" dirty="0">
                          <a:solidFill>
                            <a:schemeClr val="bg1"/>
                          </a:solidFill>
                          <a:effectLst/>
                        </a:rPr>
                        <a:t>fax – packs</a:t>
                      </a:r>
                      <a:endParaRPr lang="en-US" sz="3600" dirty="0">
                        <a:solidFill>
                          <a:schemeClr val="bg1"/>
                        </a:solidFill>
                      </a:endParaRPr>
                    </a:p>
                  </a:txBody>
                  <a:tcPr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838459894"/>
                  </a:ext>
                </a:extLst>
              </a:tr>
              <a:tr h="679783">
                <a:tc>
                  <a:txBody>
                    <a:bodyPr/>
                    <a:lstStyle/>
                    <a:p>
                      <a:pPr algn="ctr"/>
                      <a:r>
                        <a:rPr lang="en-US" sz="3600" kern="1200" dirty="0">
                          <a:solidFill>
                            <a:schemeClr val="bg1"/>
                          </a:solidFill>
                          <a:effectLst/>
                        </a:rPr>
                        <a:t>fee - pee</a:t>
                      </a:r>
                      <a:endParaRPr lang="en-US" sz="3600" dirty="0">
                        <a:solidFill>
                          <a:schemeClr val="bg1"/>
                        </a:solidFill>
                      </a:endParaRPr>
                    </a:p>
                  </a:txBody>
                  <a:tcPr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r>
                        <a:rPr lang="en-US" sz="3600" kern="1200" dirty="0">
                          <a:solidFill>
                            <a:schemeClr val="bg1"/>
                          </a:solidFill>
                          <a:effectLst/>
                        </a:rPr>
                        <a:t>feel - peel</a:t>
                      </a:r>
                      <a:endParaRPr lang="en-US" sz="3600" dirty="0">
                        <a:solidFill>
                          <a:schemeClr val="bg1"/>
                        </a:solidFill>
                      </a:endParaRPr>
                    </a:p>
                  </a:txBody>
                  <a:tcPr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r>
                        <a:rPr lang="en-US" sz="3600" kern="1200" dirty="0">
                          <a:solidFill>
                            <a:schemeClr val="bg1"/>
                          </a:solidFill>
                          <a:effectLst/>
                        </a:rPr>
                        <a:t> feet – peat</a:t>
                      </a:r>
                      <a:endParaRPr lang="en-US" sz="3600" dirty="0">
                        <a:solidFill>
                          <a:schemeClr val="bg1"/>
                        </a:solidFill>
                      </a:endParaRPr>
                    </a:p>
                  </a:txBody>
                  <a:tcPr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063351353"/>
                  </a:ext>
                </a:extLst>
              </a:tr>
              <a:tr h="915108">
                <a:tc>
                  <a:txBody>
                    <a:bodyPr/>
                    <a:lstStyle/>
                    <a:p>
                      <a:pPr algn="ctr"/>
                      <a:r>
                        <a:rPr lang="en-US" sz="3600" kern="1200" dirty="0">
                          <a:solidFill>
                            <a:schemeClr val="bg1"/>
                          </a:solidFill>
                          <a:effectLst/>
                        </a:rPr>
                        <a:t>fig - pig</a:t>
                      </a:r>
                      <a:endParaRPr lang="en-US" sz="3600" dirty="0">
                        <a:solidFill>
                          <a:schemeClr val="bg1"/>
                        </a:solidFill>
                      </a:endParaRPr>
                    </a:p>
                  </a:txBody>
                  <a:tcPr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r>
                        <a:rPr lang="en-US" sz="3600" kern="1200" dirty="0">
                          <a:solidFill>
                            <a:schemeClr val="bg1"/>
                          </a:solidFill>
                          <a:effectLst/>
                        </a:rPr>
                        <a:t>fine - pine</a:t>
                      </a:r>
                      <a:endParaRPr lang="en-US" sz="3600" dirty="0">
                        <a:solidFill>
                          <a:schemeClr val="bg1"/>
                        </a:solidFill>
                      </a:endParaRPr>
                    </a:p>
                  </a:txBody>
                  <a:tcPr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r>
                        <a:rPr lang="en-US" sz="3600" kern="1200" dirty="0">
                          <a:solidFill>
                            <a:schemeClr val="bg1"/>
                          </a:solidFill>
                          <a:effectLst/>
                        </a:rPr>
                        <a:t>fleas -  please</a:t>
                      </a:r>
                      <a:endParaRPr lang="en-US" sz="3600" dirty="0">
                        <a:solidFill>
                          <a:schemeClr val="bg1"/>
                        </a:solidFill>
                      </a:endParaRPr>
                    </a:p>
                  </a:txBody>
                  <a:tcPr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798194888"/>
                  </a:ext>
                </a:extLst>
              </a:tr>
            </a:tbl>
          </a:graphicData>
        </a:graphic>
      </p:graphicFrame>
    </p:spTree>
    <p:extLst>
      <p:ext uri="{BB962C8B-B14F-4D97-AF65-F5344CB8AC3E}">
        <p14:creationId xmlns:p14="http://schemas.microsoft.com/office/powerpoint/2010/main" val="36007860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E368F-750F-1451-AC75-030510EE20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A39236-3AE7-659D-AB3F-9F06A4FFD160}"/>
              </a:ext>
            </a:extLst>
          </p:cNvPr>
          <p:cNvSpPr>
            <a:spLocks noGrp="1"/>
          </p:cNvSpPr>
          <p:nvPr>
            <p:ph type="title"/>
          </p:nvPr>
        </p:nvSpPr>
        <p:spPr>
          <a:xfrm>
            <a:off x="1096766" y="244867"/>
            <a:ext cx="9875520" cy="1356360"/>
          </a:xfrm>
        </p:spPr>
        <p:txBody>
          <a:bodyPr/>
          <a:lstStyle/>
          <a:p>
            <a:r>
              <a:rPr lang="en-US" dirty="0">
                <a:latin typeface="Rockwell" panose="02060603020205020403" pitchFamily="18" charset="0"/>
              </a:rPr>
              <a:t>P – F Minimal Pairs</a:t>
            </a:r>
          </a:p>
        </p:txBody>
      </p:sp>
      <p:pic>
        <p:nvPicPr>
          <p:cNvPr id="5" name="Graphic 4" descr="Meeting">
            <a:extLst>
              <a:ext uri="{FF2B5EF4-FFF2-40B4-BE49-F238E27FC236}">
                <a16:creationId xmlns:a16="http://schemas.microsoft.com/office/drawing/2014/main" id="{C4B18550-43A2-F169-2FFC-25A33685BC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61069" y="465847"/>
            <a:ext cx="914400" cy="914400"/>
          </a:xfrm>
          <a:prstGeom prst="rect">
            <a:avLst/>
          </a:prstGeom>
        </p:spPr>
      </p:pic>
      <p:graphicFrame>
        <p:nvGraphicFramePr>
          <p:cNvPr id="4" name="Content Placeholder 3">
            <a:extLst>
              <a:ext uri="{FF2B5EF4-FFF2-40B4-BE49-F238E27FC236}">
                <a16:creationId xmlns:a16="http://schemas.microsoft.com/office/drawing/2014/main" id="{715D7FD6-06B6-0984-0822-8ED9B153B7B1}"/>
              </a:ext>
            </a:extLst>
          </p:cNvPr>
          <p:cNvGraphicFramePr>
            <a:graphicFrameLocks noGrp="1"/>
          </p:cNvGraphicFramePr>
          <p:nvPr>
            <p:ph idx="1"/>
          </p:nvPr>
        </p:nvGraphicFramePr>
        <p:xfrm>
          <a:off x="1159668" y="1601227"/>
          <a:ext cx="9872664" cy="4435869"/>
        </p:xfrm>
        <a:graphic>
          <a:graphicData uri="http://schemas.openxmlformats.org/drawingml/2006/table">
            <a:tbl>
              <a:tblPr firstRow="1" bandRow="1">
                <a:tableStyleId>{5C22544A-7EE6-4342-B048-85BDC9FD1C3A}</a:tableStyleId>
              </a:tblPr>
              <a:tblGrid>
                <a:gridCol w="9872664">
                  <a:extLst>
                    <a:ext uri="{9D8B030D-6E8A-4147-A177-3AD203B41FA5}">
                      <a16:colId xmlns:a16="http://schemas.microsoft.com/office/drawing/2014/main" val="743422230"/>
                    </a:ext>
                  </a:extLst>
                </a:gridCol>
              </a:tblGrid>
              <a:tr h="4435869">
                <a:tc>
                  <a:txBody>
                    <a:bodyPr/>
                    <a:lstStyle/>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dirty="0">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2496822786"/>
                  </a:ext>
                </a:extLst>
              </a:tr>
            </a:tbl>
          </a:graphicData>
        </a:graphic>
      </p:graphicFrame>
      <p:graphicFrame>
        <p:nvGraphicFramePr>
          <p:cNvPr id="6" name="Table 5">
            <a:extLst>
              <a:ext uri="{FF2B5EF4-FFF2-40B4-BE49-F238E27FC236}">
                <a16:creationId xmlns:a16="http://schemas.microsoft.com/office/drawing/2014/main" id="{B7231934-001E-845C-0B7E-32D3506E4387}"/>
              </a:ext>
            </a:extLst>
          </p:cNvPr>
          <p:cNvGraphicFramePr>
            <a:graphicFrameLocks noGrp="1"/>
          </p:cNvGraphicFramePr>
          <p:nvPr>
            <p:extLst>
              <p:ext uri="{D42A27DB-BD31-4B8C-83A1-F6EECF244321}">
                <p14:modId xmlns:p14="http://schemas.microsoft.com/office/powerpoint/2010/main" val="2952909250"/>
              </p:ext>
            </p:extLst>
          </p:nvPr>
        </p:nvGraphicFramePr>
        <p:xfrm>
          <a:off x="1452012" y="2649970"/>
          <a:ext cx="9520275" cy="2987656"/>
        </p:xfrm>
        <a:graphic>
          <a:graphicData uri="http://schemas.openxmlformats.org/drawingml/2006/table">
            <a:tbl>
              <a:tblPr firstRow="1" bandRow="1"/>
              <a:tblGrid>
                <a:gridCol w="3173425">
                  <a:extLst>
                    <a:ext uri="{9D8B030D-6E8A-4147-A177-3AD203B41FA5}">
                      <a16:colId xmlns:a16="http://schemas.microsoft.com/office/drawing/2014/main" val="23951883"/>
                    </a:ext>
                  </a:extLst>
                </a:gridCol>
                <a:gridCol w="3173425">
                  <a:extLst>
                    <a:ext uri="{9D8B030D-6E8A-4147-A177-3AD203B41FA5}">
                      <a16:colId xmlns:a16="http://schemas.microsoft.com/office/drawing/2014/main" val="2052923900"/>
                    </a:ext>
                  </a:extLst>
                </a:gridCol>
                <a:gridCol w="3173425">
                  <a:extLst>
                    <a:ext uri="{9D8B030D-6E8A-4147-A177-3AD203B41FA5}">
                      <a16:colId xmlns:a16="http://schemas.microsoft.com/office/drawing/2014/main" val="1399385209"/>
                    </a:ext>
                  </a:extLst>
                </a:gridCol>
              </a:tblGrid>
              <a:tr h="64074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u="none" strike="noStrike" kern="1200" cap="none" spc="0" normalizeH="0" baseline="0" noProof="0" dirty="0">
                          <a:ln>
                            <a:noFill/>
                          </a:ln>
                          <a:solidFill>
                            <a:schemeClr val="bg1"/>
                          </a:solidFill>
                          <a:effectLst/>
                          <a:uLnTx/>
                          <a:uFillTx/>
                        </a:rPr>
                        <a:t>fool - pool</a:t>
                      </a:r>
                      <a:endParaRPr lang="en-US" dirty="0">
                        <a:solidFill>
                          <a:schemeClr val="bg1"/>
                        </a:solidFill>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u="none" strike="noStrike" kern="1200" cap="none" spc="0" normalizeH="0" baseline="0" noProof="0" dirty="0">
                          <a:ln>
                            <a:noFill/>
                          </a:ln>
                          <a:solidFill>
                            <a:schemeClr val="bg1"/>
                          </a:solidFill>
                          <a:effectLst/>
                          <a:uLnTx/>
                          <a:uFillTx/>
                        </a:rPr>
                        <a:t>fought - port</a:t>
                      </a:r>
                      <a:endParaRPr lang="en-US" dirty="0">
                        <a:solidFill>
                          <a:schemeClr val="bg1"/>
                        </a:solidFill>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u="none" strike="noStrike" kern="1200" cap="none" spc="0" normalizeH="0" baseline="0" noProof="0" dirty="0">
                          <a:ln>
                            <a:noFill/>
                          </a:ln>
                          <a:solidFill>
                            <a:schemeClr val="bg1"/>
                          </a:solidFill>
                          <a:effectLst/>
                          <a:uLnTx/>
                          <a:uFillTx/>
                        </a:rPr>
                        <a:t>found - pound</a:t>
                      </a:r>
                      <a:endParaRPr lang="en-US" dirty="0">
                        <a:solidFill>
                          <a:schemeClr val="bg1"/>
                        </a:solidFill>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887323413"/>
                  </a:ext>
                </a:extLst>
              </a:tr>
              <a:tr h="574406">
                <a:tc>
                  <a:txBody>
                    <a:bodyPr/>
                    <a:lstStyle/>
                    <a:p>
                      <a:pPr algn="ctr"/>
                      <a:r>
                        <a:rPr lang="en-US" sz="3600" dirty="0">
                          <a:solidFill>
                            <a:schemeClr val="bg1"/>
                          </a:solidFill>
                        </a:rPr>
                        <a:t>from - prom</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r>
                        <a:rPr lang="en-US" sz="3600" dirty="0">
                          <a:solidFill>
                            <a:schemeClr val="bg1"/>
                          </a:solidFill>
                        </a:rPr>
                        <a:t>foe - poe </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r>
                        <a:rPr lang="en-US" sz="3600" kern="1200" dirty="0">
                          <a:solidFill>
                            <a:schemeClr val="bg1"/>
                          </a:solidFill>
                          <a:effectLst/>
                        </a:rPr>
                        <a:t>fox – pox</a:t>
                      </a:r>
                      <a:endParaRPr lang="en-US" sz="3600" dirty="0">
                        <a:solidFill>
                          <a:schemeClr val="bg1"/>
                        </a:solidFill>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838459894"/>
                  </a:ext>
                </a:extLst>
              </a:tr>
              <a:tr h="574406">
                <a:tc>
                  <a:txBody>
                    <a:bodyPr/>
                    <a:lstStyle/>
                    <a:p>
                      <a:pPr algn="ctr"/>
                      <a:r>
                        <a:rPr lang="en-US" sz="3600" dirty="0">
                          <a:solidFill>
                            <a:schemeClr val="bg1"/>
                          </a:solidFill>
                        </a:rPr>
                        <a:t>foam - poem</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kern="1200" dirty="0">
                          <a:solidFill>
                            <a:schemeClr val="bg1"/>
                          </a:solidFill>
                          <a:effectLst/>
                        </a:rPr>
                        <a:t>full - pull</a:t>
                      </a:r>
                      <a:endParaRPr lang="en-US" sz="3600" dirty="0">
                        <a:solidFill>
                          <a:schemeClr val="bg1"/>
                        </a:solidFill>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r>
                        <a:rPr lang="en-US" sz="3600" kern="1200" dirty="0">
                          <a:solidFill>
                            <a:schemeClr val="bg1"/>
                          </a:solidFill>
                          <a:effectLst/>
                        </a:rPr>
                        <a:t>fun - pun</a:t>
                      </a:r>
                      <a:endParaRPr lang="en-US" sz="3600" dirty="0">
                        <a:solidFill>
                          <a:schemeClr val="bg1"/>
                        </a:solidFill>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063351353"/>
                  </a:ext>
                </a:extLst>
              </a:tr>
              <a:tr h="1066754">
                <a:tc>
                  <a:txBody>
                    <a:bodyPr/>
                    <a:lstStyle/>
                    <a:p>
                      <a:pPr algn="ctr"/>
                      <a:r>
                        <a:rPr lang="en-US" sz="3600" dirty="0">
                          <a:solidFill>
                            <a:schemeClr val="bg1"/>
                          </a:solidFill>
                        </a:rPr>
                        <a:t>fluke - plook</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r>
                        <a:rPr lang="en-US" sz="3600" dirty="0">
                          <a:solidFill>
                            <a:schemeClr val="bg1"/>
                          </a:solidFill>
                        </a:rPr>
                        <a:t>fume -  Pune</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r>
                        <a:rPr lang="en-US" sz="3600" dirty="0">
                          <a:solidFill>
                            <a:schemeClr val="bg1"/>
                          </a:solidFill>
                        </a:rPr>
                        <a:t>flutter - platter</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798194888"/>
                  </a:ext>
                </a:extLst>
              </a:tr>
            </a:tbl>
          </a:graphicData>
        </a:graphic>
      </p:graphicFrame>
    </p:spTree>
    <p:extLst>
      <p:ext uri="{BB962C8B-B14F-4D97-AF65-F5344CB8AC3E}">
        <p14:creationId xmlns:p14="http://schemas.microsoft.com/office/powerpoint/2010/main" val="36920526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3DD3-C27C-457D-ADDD-066D01CB95CA}"/>
              </a:ext>
            </a:extLst>
          </p:cNvPr>
          <p:cNvSpPr>
            <a:spLocks noGrp="1"/>
          </p:cNvSpPr>
          <p:nvPr>
            <p:ph type="title"/>
          </p:nvPr>
        </p:nvSpPr>
        <p:spPr>
          <a:xfrm>
            <a:off x="1096766" y="244867"/>
            <a:ext cx="9875520" cy="1356360"/>
          </a:xfrm>
        </p:spPr>
        <p:txBody>
          <a:bodyPr/>
          <a:lstStyle/>
          <a:p>
            <a:r>
              <a:rPr lang="en-US" dirty="0">
                <a:latin typeface="Rockwell" panose="02060603020205020403" pitchFamily="18" charset="0"/>
              </a:rPr>
              <a:t>Let’s Practice!</a:t>
            </a:r>
          </a:p>
        </p:txBody>
      </p:sp>
      <p:pic>
        <p:nvPicPr>
          <p:cNvPr id="5" name="Graphic 4" descr="Bus">
            <a:extLst>
              <a:ext uri="{FF2B5EF4-FFF2-40B4-BE49-F238E27FC236}">
                <a16:creationId xmlns:a16="http://schemas.microsoft.com/office/drawing/2014/main" id="{22D80468-1845-4A70-B844-7C50FC401D4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28573" y="460759"/>
            <a:ext cx="914400" cy="914400"/>
          </a:xfrm>
          <a:prstGeom prst="rect">
            <a:avLst/>
          </a:prstGeom>
        </p:spPr>
      </p:pic>
      <p:graphicFrame>
        <p:nvGraphicFramePr>
          <p:cNvPr id="4" name="Content Placeholder 3">
            <a:extLst>
              <a:ext uri="{FF2B5EF4-FFF2-40B4-BE49-F238E27FC236}">
                <a16:creationId xmlns:a16="http://schemas.microsoft.com/office/drawing/2014/main" id="{31F44B22-324B-4DE8-B32C-85312184904C}"/>
              </a:ext>
            </a:extLst>
          </p:cNvPr>
          <p:cNvGraphicFramePr>
            <a:graphicFrameLocks noGrp="1"/>
          </p:cNvGraphicFramePr>
          <p:nvPr>
            <p:ph idx="1"/>
          </p:nvPr>
        </p:nvGraphicFramePr>
        <p:xfrm>
          <a:off x="1159668" y="1601227"/>
          <a:ext cx="9872664" cy="4371944"/>
        </p:xfrm>
        <a:graphic>
          <a:graphicData uri="http://schemas.openxmlformats.org/drawingml/2006/table">
            <a:tbl>
              <a:tblPr firstRow="1" bandRow="1">
                <a:tableStyleId>{5C22544A-7EE6-4342-B048-85BDC9FD1C3A}</a:tableStyleId>
              </a:tblPr>
              <a:tblGrid>
                <a:gridCol w="9872664">
                  <a:extLst>
                    <a:ext uri="{9D8B030D-6E8A-4147-A177-3AD203B41FA5}">
                      <a16:colId xmlns:a16="http://schemas.microsoft.com/office/drawing/2014/main" val="743422230"/>
                    </a:ext>
                  </a:extLst>
                </a:gridCol>
              </a:tblGrid>
              <a:tr h="4371944">
                <a:tc>
                  <a:txBody>
                    <a:bodyPr/>
                    <a:lstStyle/>
                    <a:p>
                      <a:endParaRPr lang="en-US" sz="800" i="1">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2496822786"/>
                  </a:ext>
                </a:extLst>
              </a:tr>
            </a:tbl>
          </a:graphicData>
        </a:graphic>
      </p:graphicFrame>
      <p:sp>
        <p:nvSpPr>
          <p:cNvPr id="3" name="TextBox 2">
            <a:extLst>
              <a:ext uri="{FF2B5EF4-FFF2-40B4-BE49-F238E27FC236}">
                <a16:creationId xmlns:a16="http://schemas.microsoft.com/office/drawing/2014/main" id="{925117E7-D6DC-FC2E-A952-A3DC295B9D76}"/>
              </a:ext>
            </a:extLst>
          </p:cNvPr>
          <p:cNvSpPr txBox="1"/>
          <p:nvPr/>
        </p:nvSpPr>
        <p:spPr>
          <a:xfrm>
            <a:off x="1233954" y="1817119"/>
            <a:ext cx="9601143" cy="3785652"/>
          </a:xfrm>
          <a:prstGeom prst="rect">
            <a:avLst/>
          </a:prstGeom>
          <a:noFill/>
        </p:spPr>
        <p:txBody>
          <a:bodyPr wrap="square" rtlCol="0">
            <a:spAutoFit/>
          </a:bodyPr>
          <a:lstStyle/>
          <a:p>
            <a:r>
              <a:rPr lang="en-US" sz="2000" dirty="0">
                <a:solidFill>
                  <a:schemeClr val="bg1"/>
                </a:solidFill>
                <a:latin typeface="Raavi" panose="020B0502040204020203" pitchFamily="34" charset="0"/>
                <a:cs typeface="Raavi" panose="020B0502040204020203" pitchFamily="34" charset="0"/>
              </a:rPr>
              <a:t>Perry, a fat pink fairy, who lives in Fantasy land, and his pet Paul, a pig that is frighteningly full of fur, went to visit Perry’s paternal grandfather fairy. The grandfather fairy was praying when fat pink Perry and furry Paul arrived. Fat pink Perry noticed a pail on a plank parallel to grandfather fairy’s favorite praying position. He pulled the pail full of paint, fell on grandfather fairy’s frayed feathery pants. Fat pink Perry and furry Paul were full of fright when grandfather fairy stood and pushed the pail away. Grandfather fairy’s face frowned and pointed his fingers towards the pale pink pantry. The frightened fat pink Perry proceeded only to find out that grandfather fairy was pretending to be praying. Fat pink Perry’s family were all there. Papa Frey, fat pink Perry’s father, hugged fat pink Perry and greeted him, “Happy fourth birthday!” Fat pink Perry was no longer frightened. Fat pink Perry was pleased to find out that his family were there to party with him on his fun-filled fourth birthday!</a:t>
            </a:r>
          </a:p>
        </p:txBody>
      </p:sp>
    </p:spTree>
    <p:extLst>
      <p:ext uri="{BB962C8B-B14F-4D97-AF65-F5344CB8AC3E}">
        <p14:creationId xmlns:p14="http://schemas.microsoft.com/office/powerpoint/2010/main" val="26715446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67642-2594-745B-8727-59FB9D3829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EBA57D-24FA-B713-F2AB-B39A650486C5}"/>
              </a:ext>
            </a:extLst>
          </p:cNvPr>
          <p:cNvSpPr>
            <a:spLocks noGrp="1"/>
          </p:cNvSpPr>
          <p:nvPr>
            <p:ph type="title"/>
          </p:nvPr>
        </p:nvSpPr>
        <p:spPr>
          <a:xfrm>
            <a:off x="1096766" y="244867"/>
            <a:ext cx="9875520" cy="1356360"/>
          </a:xfrm>
        </p:spPr>
        <p:txBody>
          <a:bodyPr/>
          <a:lstStyle/>
          <a:p>
            <a:r>
              <a:rPr lang="en-US" dirty="0">
                <a:latin typeface="Rockwell" panose="02060603020205020403" pitchFamily="18" charset="0"/>
              </a:rPr>
              <a:t>B – V Minimal Pairs</a:t>
            </a:r>
          </a:p>
        </p:txBody>
      </p:sp>
      <p:pic>
        <p:nvPicPr>
          <p:cNvPr id="5" name="Graphic 4" descr="Meeting">
            <a:extLst>
              <a:ext uri="{FF2B5EF4-FFF2-40B4-BE49-F238E27FC236}">
                <a16:creationId xmlns:a16="http://schemas.microsoft.com/office/drawing/2014/main" id="{CCFBD97C-992B-5921-DD86-E013EB0D849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61069" y="465847"/>
            <a:ext cx="914400" cy="914400"/>
          </a:xfrm>
          <a:prstGeom prst="rect">
            <a:avLst/>
          </a:prstGeom>
        </p:spPr>
      </p:pic>
      <p:graphicFrame>
        <p:nvGraphicFramePr>
          <p:cNvPr id="4" name="Content Placeholder 3">
            <a:extLst>
              <a:ext uri="{FF2B5EF4-FFF2-40B4-BE49-F238E27FC236}">
                <a16:creationId xmlns:a16="http://schemas.microsoft.com/office/drawing/2014/main" id="{7D949AB3-C1D8-5C8D-11FA-0371AE8B2587}"/>
              </a:ext>
            </a:extLst>
          </p:cNvPr>
          <p:cNvGraphicFramePr>
            <a:graphicFrameLocks noGrp="1"/>
          </p:cNvGraphicFramePr>
          <p:nvPr>
            <p:ph idx="1"/>
          </p:nvPr>
        </p:nvGraphicFramePr>
        <p:xfrm>
          <a:off x="1159668" y="1601227"/>
          <a:ext cx="9872664" cy="4435869"/>
        </p:xfrm>
        <a:graphic>
          <a:graphicData uri="http://schemas.openxmlformats.org/drawingml/2006/table">
            <a:tbl>
              <a:tblPr firstRow="1" bandRow="1">
                <a:tableStyleId>{5C22544A-7EE6-4342-B048-85BDC9FD1C3A}</a:tableStyleId>
              </a:tblPr>
              <a:tblGrid>
                <a:gridCol w="9872664">
                  <a:extLst>
                    <a:ext uri="{9D8B030D-6E8A-4147-A177-3AD203B41FA5}">
                      <a16:colId xmlns:a16="http://schemas.microsoft.com/office/drawing/2014/main" val="743422230"/>
                    </a:ext>
                  </a:extLst>
                </a:gridCol>
              </a:tblGrid>
              <a:tr h="4435869">
                <a:tc>
                  <a:txBody>
                    <a:bodyPr/>
                    <a:lstStyle/>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endParaRPr lang="en-US" dirty="0">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2496822786"/>
                  </a:ext>
                </a:extLst>
              </a:tr>
            </a:tbl>
          </a:graphicData>
        </a:graphic>
      </p:graphicFrame>
      <p:graphicFrame>
        <p:nvGraphicFramePr>
          <p:cNvPr id="6" name="Table 5">
            <a:extLst>
              <a:ext uri="{FF2B5EF4-FFF2-40B4-BE49-F238E27FC236}">
                <a16:creationId xmlns:a16="http://schemas.microsoft.com/office/drawing/2014/main" id="{76D8D07C-E5AB-609D-2940-9C69B636A58C}"/>
              </a:ext>
            </a:extLst>
          </p:cNvPr>
          <p:cNvGraphicFramePr>
            <a:graphicFrameLocks noGrp="1"/>
          </p:cNvGraphicFramePr>
          <p:nvPr>
            <p:extLst>
              <p:ext uri="{D42A27DB-BD31-4B8C-83A1-F6EECF244321}">
                <p14:modId xmlns:p14="http://schemas.microsoft.com/office/powerpoint/2010/main" val="1746200916"/>
              </p:ext>
            </p:extLst>
          </p:nvPr>
        </p:nvGraphicFramePr>
        <p:xfrm>
          <a:off x="1452012" y="2649970"/>
          <a:ext cx="9520275" cy="2987656"/>
        </p:xfrm>
        <a:graphic>
          <a:graphicData uri="http://schemas.openxmlformats.org/drawingml/2006/table">
            <a:tbl>
              <a:tblPr firstRow="1" bandRow="1"/>
              <a:tblGrid>
                <a:gridCol w="3173425">
                  <a:extLst>
                    <a:ext uri="{9D8B030D-6E8A-4147-A177-3AD203B41FA5}">
                      <a16:colId xmlns:a16="http://schemas.microsoft.com/office/drawing/2014/main" val="23951883"/>
                    </a:ext>
                  </a:extLst>
                </a:gridCol>
                <a:gridCol w="3173425">
                  <a:extLst>
                    <a:ext uri="{9D8B030D-6E8A-4147-A177-3AD203B41FA5}">
                      <a16:colId xmlns:a16="http://schemas.microsoft.com/office/drawing/2014/main" val="2052923900"/>
                    </a:ext>
                  </a:extLst>
                </a:gridCol>
                <a:gridCol w="3173425">
                  <a:extLst>
                    <a:ext uri="{9D8B030D-6E8A-4147-A177-3AD203B41FA5}">
                      <a16:colId xmlns:a16="http://schemas.microsoft.com/office/drawing/2014/main" val="1399385209"/>
                    </a:ext>
                  </a:extLst>
                </a:gridCol>
              </a:tblGrid>
              <a:tr h="64074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u="none" strike="noStrike" kern="1200" cap="none" spc="0" normalizeH="0" baseline="0" noProof="0" dirty="0">
                          <a:ln>
                            <a:noFill/>
                          </a:ln>
                          <a:solidFill>
                            <a:schemeClr val="bg1"/>
                          </a:solidFill>
                          <a:effectLst/>
                          <a:uLnTx/>
                          <a:uFillTx/>
                        </a:rPr>
                        <a:t>bad – </a:t>
                      </a:r>
                      <a:r>
                        <a:rPr kumimoji="0" lang="en-US" sz="3600" u="none" strike="noStrike" kern="1200" cap="none" spc="0" normalizeH="0" baseline="0" noProof="0" dirty="0" err="1">
                          <a:ln>
                            <a:noFill/>
                          </a:ln>
                          <a:solidFill>
                            <a:schemeClr val="bg1"/>
                          </a:solidFill>
                          <a:effectLst/>
                          <a:uLnTx/>
                          <a:uFillTx/>
                        </a:rPr>
                        <a:t>vad</a:t>
                      </a:r>
                      <a:endParaRPr lang="en-US" dirty="0">
                        <a:solidFill>
                          <a:schemeClr val="bg1"/>
                        </a:solidFill>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u="none" strike="noStrike" kern="1200" cap="none" spc="0" normalizeH="0" baseline="0" noProof="0" dirty="0">
                          <a:ln>
                            <a:noFill/>
                          </a:ln>
                          <a:solidFill>
                            <a:schemeClr val="bg1"/>
                          </a:solidFill>
                          <a:effectLst/>
                          <a:uLnTx/>
                          <a:uFillTx/>
                        </a:rPr>
                        <a:t>visual – </a:t>
                      </a:r>
                      <a:r>
                        <a:rPr kumimoji="0" lang="en-US" sz="3600" u="none" strike="noStrike" kern="1200" cap="none" spc="0" normalizeH="0" baseline="0" noProof="0" dirty="0" err="1">
                          <a:ln>
                            <a:noFill/>
                          </a:ln>
                          <a:solidFill>
                            <a:schemeClr val="bg1"/>
                          </a:solidFill>
                          <a:effectLst/>
                          <a:uLnTx/>
                          <a:uFillTx/>
                        </a:rPr>
                        <a:t>bizhal</a:t>
                      </a:r>
                      <a:endParaRPr lang="en-US" dirty="0">
                        <a:solidFill>
                          <a:schemeClr val="bg1"/>
                        </a:solidFill>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u="none" strike="noStrike" kern="1200" cap="none" spc="0" normalizeH="0" baseline="0" noProof="0" dirty="0">
                          <a:ln>
                            <a:noFill/>
                          </a:ln>
                          <a:solidFill>
                            <a:schemeClr val="bg1"/>
                          </a:solidFill>
                          <a:effectLst/>
                          <a:uLnTx/>
                          <a:uFillTx/>
                        </a:rPr>
                        <a:t>brand</a:t>
                      </a:r>
                      <a:endParaRPr lang="en-US" dirty="0">
                        <a:solidFill>
                          <a:schemeClr val="bg1"/>
                        </a:solidFill>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887323413"/>
                  </a:ext>
                </a:extLst>
              </a:tr>
              <a:tr h="574406">
                <a:tc>
                  <a:txBody>
                    <a:bodyPr/>
                    <a:lstStyle/>
                    <a:p>
                      <a:pPr algn="ctr"/>
                      <a:r>
                        <a:rPr lang="en-US" sz="3600" dirty="0">
                          <a:solidFill>
                            <a:schemeClr val="bg1"/>
                          </a:solidFill>
                        </a:rPr>
                        <a:t>bake – </a:t>
                      </a:r>
                      <a:r>
                        <a:rPr lang="en-US" sz="3600" dirty="0" err="1">
                          <a:solidFill>
                            <a:schemeClr val="bg1"/>
                          </a:solidFill>
                        </a:rPr>
                        <a:t>vake</a:t>
                      </a:r>
                      <a:endParaRPr lang="en-US" sz="3600" dirty="0">
                        <a:solidFill>
                          <a:schemeClr val="bg1"/>
                        </a:solidFill>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r>
                        <a:rPr lang="en-US" sz="3600" dirty="0">
                          <a:solidFill>
                            <a:schemeClr val="bg1"/>
                          </a:solidFill>
                        </a:rPr>
                        <a:t>very - berry </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r>
                        <a:rPr lang="en-US" sz="3600" kern="1200" dirty="0">
                          <a:solidFill>
                            <a:schemeClr val="bg1"/>
                          </a:solidFill>
                          <a:effectLst/>
                        </a:rPr>
                        <a:t>via</a:t>
                      </a:r>
                      <a:endParaRPr lang="en-US" sz="3600" dirty="0">
                        <a:solidFill>
                          <a:schemeClr val="bg1"/>
                        </a:solidFill>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838459894"/>
                  </a:ext>
                </a:extLst>
              </a:tr>
              <a:tr h="574406">
                <a:tc>
                  <a:txBody>
                    <a:bodyPr/>
                    <a:lstStyle/>
                    <a:p>
                      <a:pPr algn="ctr"/>
                      <a:r>
                        <a:rPr lang="en-US" sz="3600" dirty="0">
                          <a:solidFill>
                            <a:schemeClr val="bg1"/>
                          </a:solidFill>
                        </a:rPr>
                        <a:t>boy – </a:t>
                      </a:r>
                      <a:r>
                        <a:rPr lang="en-US" sz="3600" dirty="0" err="1">
                          <a:solidFill>
                            <a:schemeClr val="bg1"/>
                          </a:solidFill>
                        </a:rPr>
                        <a:t>voy</a:t>
                      </a:r>
                      <a:endParaRPr lang="en-US" sz="3600" dirty="0">
                        <a:solidFill>
                          <a:schemeClr val="bg1"/>
                        </a:solidFill>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kern="1200" dirty="0">
                          <a:solidFill>
                            <a:schemeClr val="bg1"/>
                          </a:solidFill>
                          <a:effectLst/>
                        </a:rPr>
                        <a:t>viand – </a:t>
                      </a:r>
                      <a:r>
                        <a:rPr lang="en-US" sz="3600" kern="1200" dirty="0" err="1">
                          <a:solidFill>
                            <a:schemeClr val="bg1"/>
                          </a:solidFill>
                          <a:effectLst/>
                        </a:rPr>
                        <a:t>bayad</a:t>
                      </a:r>
                      <a:endParaRPr lang="en-US" sz="3600" dirty="0">
                        <a:solidFill>
                          <a:schemeClr val="bg1"/>
                        </a:solidFill>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r>
                        <a:rPr lang="en-US" sz="3600" kern="1200" dirty="0">
                          <a:solidFill>
                            <a:schemeClr val="bg1"/>
                          </a:solidFill>
                          <a:effectLst/>
                        </a:rPr>
                        <a:t>bow</a:t>
                      </a:r>
                      <a:endParaRPr lang="en-US" sz="3600" dirty="0">
                        <a:solidFill>
                          <a:schemeClr val="bg1"/>
                        </a:solidFill>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063351353"/>
                  </a:ext>
                </a:extLst>
              </a:tr>
              <a:tr h="1066754">
                <a:tc>
                  <a:txBody>
                    <a:bodyPr/>
                    <a:lstStyle/>
                    <a:p>
                      <a:pPr algn="ctr"/>
                      <a:r>
                        <a:rPr lang="en-US" sz="3600" dirty="0">
                          <a:solidFill>
                            <a:schemeClr val="bg1"/>
                          </a:solidFill>
                        </a:rPr>
                        <a:t>abide – </a:t>
                      </a:r>
                      <a:r>
                        <a:rPr lang="en-US" sz="3600" dirty="0" err="1">
                          <a:solidFill>
                            <a:schemeClr val="bg1"/>
                          </a:solidFill>
                        </a:rPr>
                        <a:t>avayd</a:t>
                      </a:r>
                      <a:endParaRPr lang="en-US" sz="3600" dirty="0">
                        <a:solidFill>
                          <a:schemeClr val="bg1"/>
                        </a:solidFill>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r>
                        <a:rPr lang="en-US" sz="3600" dirty="0">
                          <a:solidFill>
                            <a:schemeClr val="bg1"/>
                          </a:solidFill>
                        </a:rPr>
                        <a:t>van – ban </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r>
                        <a:rPr lang="en-US" sz="3600" dirty="0">
                          <a:solidFill>
                            <a:schemeClr val="bg1"/>
                          </a:solidFill>
                        </a:rPr>
                        <a:t>vow</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798194888"/>
                  </a:ext>
                </a:extLst>
              </a:tr>
            </a:tbl>
          </a:graphicData>
        </a:graphic>
      </p:graphicFrame>
    </p:spTree>
    <p:extLst>
      <p:ext uri="{BB962C8B-B14F-4D97-AF65-F5344CB8AC3E}">
        <p14:creationId xmlns:p14="http://schemas.microsoft.com/office/powerpoint/2010/main" val="25412648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3DD3-C27C-457D-ADDD-066D01CB95CA}"/>
              </a:ext>
            </a:extLst>
          </p:cNvPr>
          <p:cNvSpPr>
            <a:spLocks noGrp="1"/>
          </p:cNvSpPr>
          <p:nvPr>
            <p:ph type="title"/>
          </p:nvPr>
        </p:nvSpPr>
        <p:spPr>
          <a:xfrm>
            <a:off x="1096766" y="244867"/>
            <a:ext cx="9875520" cy="1356360"/>
          </a:xfrm>
        </p:spPr>
        <p:txBody>
          <a:bodyPr/>
          <a:lstStyle/>
          <a:p>
            <a:r>
              <a:rPr lang="en-US" dirty="0">
                <a:latin typeface="Rockwell" panose="02060603020205020403" pitchFamily="18" charset="0"/>
              </a:rPr>
              <a:t>Let’s Practice!</a:t>
            </a:r>
          </a:p>
        </p:txBody>
      </p:sp>
      <p:pic>
        <p:nvPicPr>
          <p:cNvPr id="5" name="Graphic 4" descr="Bus">
            <a:extLst>
              <a:ext uri="{FF2B5EF4-FFF2-40B4-BE49-F238E27FC236}">
                <a16:creationId xmlns:a16="http://schemas.microsoft.com/office/drawing/2014/main" id="{22D80468-1845-4A70-B844-7C50FC401D4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28573" y="460759"/>
            <a:ext cx="914400" cy="914400"/>
          </a:xfrm>
          <a:prstGeom prst="rect">
            <a:avLst/>
          </a:prstGeom>
        </p:spPr>
      </p:pic>
      <p:graphicFrame>
        <p:nvGraphicFramePr>
          <p:cNvPr id="4" name="Content Placeholder 3">
            <a:extLst>
              <a:ext uri="{FF2B5EF4-FFF2-40B4-BE49-F238E27FC236}">
                <a16:creationId xmlns:a16="http://schemas.microsoft.com/office/drawing/2014/main" id="{31F44B22-324B-4DE8-B32C-85312184904C}"/>
              </a:ext>
            </a:extLst>
          </p:cNvPr>
          <p:cNvGraphicFramePr>
            <a:graphicFrameLocks noGrp="1"/>
          </p:cNvGraphicFramePr>
          <p:nvPr>
            <p:ph idx="1"/>
          </p:nvPr>
        </p:nvGraphicFramePr>
        <p:xfrm>
          <a:off x="1159668" y="1601227"/>
          <a:ext cx="9872664" cy="4371944"/>
        </p:xfrm>
        <a:graphic>
          <a:graphicData uri="http://schemas.openxmlformats.org/drawingml/2006/table">
            <a:tbl>
              <a:tblPr firstRow="1" bandRow="1">
                <a:tableStyleId>{5C22544A-7EE6-4342-B048-85BDC9FD1C3A}</a:tableStyleId>
              </a:tblPr>
              <a:tblGrid>
                <a:gridCol w="9872664">
                  <a:extLst>
                    <a:ext uri="{9D8B030D-6E8A-4147-A177-3AD203B41FA5}">
                      <a16:colId xmlns:a16="http://schemas.microsoft.com/office/drawing/2014/main" val="743422230"/>
                    </a:ext>
                  </a:extLst>
                </a:gridCol>
              </a:tblGrid>
              <a:tr h="4371944">
                <a:tc>
                  <a:txBody>
                    <a:bodyPr/>
                    <a:lstStyle/>
                    <a:p>
                      <a:endParaRPr lang="en-US" sz="800" i="1">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2496822786"/>
                  </a:ext>
                </a:extLst>
              </a:tr>
            </a:tbl>
          </a:graphicData>
        </a:graphic>
      </p:graphicFrame>
      <p:sp>
        <p:nvSpPr>
          <p:cNvPr id="3" name="TextBox 2">
            <a:extLst>
              <a:ext uri="{FF2B5EF4-FFF2-40B4-BE49-F238E27FC236}">
                <a16:creationId xmlns:a16="http://schemas.microsoft.com/office/drawing/2014/main" id="{925117E7-D6DC-FC2E-A952-A3DC295B9D76}"/>
              </a:ext>
            </a:extLst>
          </p:cNvPr>
          <p:cNvSpPr txBox="1"/>
          <p:nvPr/>
        </p:nvSpPr>
        <p:spPr>
          <a:xfrm>
            <a:off x="1678555" y="2041227"/>
            <a:ext cx="8928836" cy="3477875"/>
          </a:xfrm>
          <a:prstGeom prst="rect">
            <a:avLst/>
          </a:prstGeom>
          <a:noFill/>
        </p:spPr>
        <p:txBody>
          <a:bodyPr wrap="square" rtlCol="0">
            <a:spAutoFit/>
          </a:bodyPr>
          <a:lstStyle/>
          <a:p>
            <a:r>
              <a:rPr lang="en-US" sz="2000" dirty="0">
                <a:solidFill>
                  <a:schemeClr val="bg1"/>
                </a:solidFill>
                <a:latin typeface="Raavi" panose="020B0502040204020203" pitchFamily="34" charset="0"/>
                <a:cs typeface="Raavi" panose="020B0502040204020203" pitchFamily="34" charset="0"/>
              </a:rPr>
              <a:t>Berry is called “Very Berry” because he is considered the best for a vet and brightest baseball veteran in the big country of Belgium. Aside from spending time with bunnies, Very Berry is also fond of baseball bats and balls. His villa has a basement with a vault full of balls. Very Berry is also fond of collecting bats in a vat. He and his best buddy, Bubbly Ver, bowed their vow never to vie buying baseball bats and balls anymore. Very Berry and Bubbly Ver did try to ban the van selling bats and balls to boys. They shifted their attention from buying baseball bats to bingeing on beer so every time the banned van visits the vicinity, Very Berry and his best buddy Bubbly Ver realized that beer is vile for the body’s bile production. So, they decided to run after the banned van and buy baseballs instead of bingeing on beer. </a:t>
            </a:r>
          </a:p>
        </p:txBody>
      </p:sp>
    </p:spTree>
    <p:extLst>
      <p:ext uri="{BB962C8B-B14F-4D97-AF65-F5344CB8AC3E}">
        <p14:creationId xmlns:p14="http://schemas.microsoft.com/office/powerpoint/2010/main" val="25794287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3DD3-C27C-457D-ADDD-066D01CB95CA}"/>
              </a:ext>
            </a:extLst>
          </p:cNvPr>
          <p:cNvSpPr>
            <a:spLocks noGrp="1"/>
          </p:cNvSpPr>
          <p:nvPr>
            <p:ph type="title"/>
          </p:nvPr>
        </p:nvSpPr>
        <p:spPr>
          <a:xfrm>
            <a:off x="1159668" y="244867"/>
            <a:ext cx="9875520" cy="1356360"/>
          </a:xfrm>
        </p:spPr>
        <p:txBody>
          <a:bodyPr/>
          <a:lstStyle/>
          <a:p>
            <a:r>
              <a:rPr lang="en-US">
                <a:latin typeface="Rockwell" panose="02060603020205020403" pitchFamily="18" charset="0"/>
              </a:rPr>
              <a:t>Digraphs</a:t>
            </a:r>
          </a:p>
        </p:txBody>
      </p:sp>
      <p:pic>
        <p:nvPicPr>
          <p:cNvPr id="5" name="Graphic 4" descr="Footprints">
            <a:extLst>
              <a:ext uri="{FF2B5EF4-FFF2-40B4-BE49-F238E27FC236}">
                <a16:creationId xmlns:a16="http://schemas.microsoft.com/office/drawing/2014/main" id="{5DF9218C-81FD-4DF0-92B2-C386681A69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48501" y="465847"/>
            <a:ext cx="914400" cy="914400"/>
          </a:xfrm>
          <a:prstGeom prst="rect">
            <a:avLst/>
          </a:prstGeom>
        </p:spPr>
      </p:pic>
      <p:graphicFrame>
        <p:nvGraphicFramePr>
          <p:cNvPr id="4" name="Content Placeholder 3">
            <a:extLst>
              <a:ext uri="{FF2B5EF4-FFF2-40B4-BE49-F238E27FC236}">
                <a16:creationId xmlns:a16="http://schemas.microsoft.com/office/drawing/2014/main" id="{31F44B22-324B-4DE8-B32C-85312184904C}"/>
              </a:ext>
            </a:extLst>
          </p:cNvPr>
          <p:cNvGraphicFramePr>
            <a:graphicFrameLocks noGrp="1"/>
          </p:cNvGraphicFramePr>
          <p:nvPr>
            <p:ph idx="1"/>
            <p:extLst>
              <p:ext uri="{D42A27DB-BD31-4B8C-83A1-F6EECF244321}">
                <p14:modId xmlns:p14="http://schemas.microsoft.com/office/powerpoint/2010/main" val="2095645640"/>
              </p:ext>
            </p:extLst>
          </p:nvPr>
        </p:nvGraphicFramePr>
        <p:xfrm>
          <a:off x="1418069" y="1462789"/>
          <a:ext cx="9872664" cy="4543412"/>
        </p:xfrm>
        <a:graphic>
          <a:graphicData uri="http://schemas.openxmlformats.org/drawingml/2006/table">
            <a:tbl>
              <a:tblPr firstRow="1" bandRow="1">
                <a:tableStyleId>{5C22544A-7EE6-4342-B048-85BDC9FD1C3A}</a:tableStyleId>
              </a:tblPr>
              <a:tblGrid>
                <a:gridCol w="9872664">
                  <a:extLst>
                    <a:ext uri="{9D8B030D-6E8A-4147-A177-3AD203B41FA5}">
                      <a16:colId xmlns:a16="http://schemas.microsoft.com/office/drawing/2014/main" val="743422230"/>
                    </a:ext>
                  </a:extLst>
                </a:gridCol>
              </a:tblGrid>
              <a:tr h="45434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endParaRPr lang="en-US" dirty="0">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2496822786"/>
                  </a:ext>
                </a:extLst>
              </a:tr>
            </a:tbl>
          </a:graphicData>
        </a:graphic>
      </p:graphicFrame>
      <p:pic>
        <p:nvPicPr>
          <p:cNvPr id="6" name="Picture 5">
            <a:extLst>
              <a:ext uri="{FF2B5EF4-FFF2-40B4-BE49-F238E27FC236}">
                <a16:creationId xmlns:a16="http://schemas.microsoft.com/office/drawing/2014/main" id="{F8FF5B95-76BB-4AA3-4431-F4B267FB989C}"/>
              </a:ext>
            </a:extLst>
          </p:cNvPr>
          <p:cNvPicPr>
            <a:picLocks noChangeAspect="1"/>
          </p:cNvPicPr>
          <p:nvPr/>
        </p:nvPicPr>
        <p:blipFill>
          <a:blip r:embed="rId5"/>
          <a:srcRect l="2229" t="12425" r="3080" b="5733"/>
          <a:stretch/>
        </p:blipFill>
        <p:spPr>
          <a:xfrm>
            <a:off x="2634421" y="2039518"/>
            <a:ext cx="7374835" cy="3528391"/>
          </a:xfrm>
          <a:prstGeom prst="rect">
            <a:avLst/>
          </a:prstGeom>
        </p:spPr>
      </p:pic>
      <p:sp>
        <p:nvSpPr>
          <p:cNvPr id="8" name="TextBox 7">
            <a:extLst>
              <a:ext uri="{FF2B5EF4-FFF2-40B4-BE49-F238E27FC236}">
                <a16:creationId xmlns:a16="http://schemas.microsoft.com/office/drawing/2014/main" id="{B04DC885-8AD6-D471-CAE1-0BF14D5E0DD3}"/>
              </a:ext>
            </a:extLst>
          </p:cNvPr>
          <p:cNvSpPr txBox="1"/>
          <p:nvPr/>
        </p:nvSpPr>
        <p:spPr>
          <a:xfrm>
            <a:off x="3866606" y="6227181"/>
            <a:ext cx="2455233" cy="21544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800" b="0" i="1">
                <a:latin typeface="Tahoma" panose="020B0604030504040204" pitchFamily="34" charset="0"/>
                <a:ea typeface="Tahoma" panose="020B0604030504040204" pitchFamily="34" charset="0"/>
                <a:cs typeface="Tahoma" panose="020B0604030504040204" pitchFamily="34" charset="0"/>
              </a:rPr>
              <a:t>Source: </a:t>
            </a:r>
            <a:r>
              <a:rPr lang="en-US" sz="800" i="1">
                <a:hlinkClick r:id="rId6"/>
              </a:rPr>
              <a:t>Reading Rockets | Launching Young Readers</a:t>
            </a:r>
            <a:r>
              <a:rPr lang="en-US" sz="800" b="0" i="1">
                <a:latin typeface="Tahoma" panose="020B0604030504040204" pitchFamily="34" charset="0"/>
                <a:ea typeface="Tahoma" panose="020B0604030504040204" pitchFamily="34" charset="0"/>
                <a:cs typeface="Tahoma" panose="020B0604030504040204" pitchFamily="34" charset="0"/>
              </a:rPr>
              <a:t> </a:t>
            </a:r>
            <a:endParaRPr lang="en-US" sz="800" b="0" i="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2107301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54831-B66F-4337-297C-C050A71ED0D6}"/>
              </a:ext>
            </a:extLst>
          </p:cNvPr>
          <p:cNvSpPr>
            <a:spLocks noGrp="1"/>
          </p:cNvSpPr>
          <p:nvPr>
            <p:ph type="title"/>
          </p:nvPr>
        </p:nvSpPr>
        <p:spPr/>
        <p:txBody>
          <a:bodyPr>
            <a:normAutofit/>
          </a:bodyPr>
          <a:lstStyle/>
          <a:p>
            <a:pPr algn="ctr"/>
            <a:r>
              <a:rPr lang="en-US" sz="5400" b="1" dirty="0"/>
              <a:t>MINIMAL PAIRS </a:t>
            </a:r>
          </a:p>
        </p:txBody>
      </p:sp>
      <p:sp>
        <p:nvSpPr>
          <p:cNvPr id="3" name="Content Placeholder 2">
            <a:extLst>
              <a:ext uri="{FF2B5EF4-FFF2-40B4-BE49-F238E27FC236}">
                <a16:creationId xmlns:a16="http://schemas.microsoft.com/office/drawing/2014/main" id="{C04B4DEE-5E77-5C70-81DB-174642E42416}"/>
              </a:ext>
            </a:extLst>
          </p:cNvPr>
          <p:cNvSpPr>
            <a:spLocks noGrp="1"/>
          </p:cNvSpPr>
          <p:nvPr>
            <p:ph idx="1"/>
          </p:nvPr>
        </p:nvSpPr>
        <p:spPr>
          <a:xfrm>
            <a:off x="1366870" y="2256184"/>
            <a:ext cx="4144617" cy="3617843"/>
          </a:xfrm>
        </p:spPr>
        <p:txBody>
          <a:bodyPr>
            <a:normAutofit lnSpcReduction="10000"/>
          </a:bodyPr>
          <a:lstStyle/>
          <a:p>
            <a:pPr marL="45720" indent="0">
              <a:buNone/>
            </a:pPr>
            <a:r>
              <a:rPr lang="en-US" b="1" dirty="0"/>
              <a:t>Unvoiced /</a:t>
            </a:r>
            <a:r>
              <a:rPr lang="en-US" b="1" dirty="0" err="1"/>
              <a:t>th</a:t>
            </a:r>
            <a:r>
              <a:rPr lang="en-US" b="1" dirty="0"/>
              <a:t>/	</a:t>
            </a:r>
            <a:r>
              <a:rPr lang="en-US" dirty="0"/>
              <a:t>		</a:t>
            </a:r>
          </a:p>
          <a:p>
            <a:pPr marL="45720" indent="0">
              <a:buNone/>
            </a:pPr>
            <a:r>
              <a:rPr lang="en-US" dirty="0"/>
              <a:t>three – tree</a:t>
            </a:r>
          </a:p>
          <a:p>
            <a:pPr marL="45720" indent="0">
              <a:buNone/>
            </a:pPr>
            <a:r>
              <a:rPr lang="en-US" dirty="0"/>
              <a:t>throw – trow</a:t>
            </a:r>
          </a:p>
          <a:p>
            <a:pPr marL="45720" indent="0">
              <a:buNone/>
            </a:pPr>
            <a:r>
              <a:rPr lang="en-US" dirty="0"/>
              <a:t>thumb – tum</a:t>
            </a:r>
          </a:p>
          <a:p>
            <a:pPr marL="45720" indent="0">
              <a:buNone/>
            </a:pPr>
            <a:r>
              <a:rPr lang="en-US" dirty="0"/>
              <a:t>think – tink </a:t>
            </a:r>
          </a:p>
          <a:p>
            <a:pPr marL="45720" indent="0">
              <a:buNone/>
            </a:pPr>
            <a:r>
              <a:rPr lang="en-US" dirty="0"/>
              <a:t>thyme – time </a:t>
            </a:r>
          </a:p>
          <a:p>
            <a:pPr marL="45720" indent="0">
              <a:buNone/>
            </a:pPr>
            <a:r>
              <a:rPr lang="en-US" dirty="0"/>
              <a:t>through – true </a:t>
            </a:r>
          </a:p>
          <a:p>
            <a:pPr marL="45720" indent="0">
              <a:buNone/>
            </a:pPr>
            <a:r>
              <a:rPr lang="en-US" dirty="0"/>
              <a:t>mouth - mout</a:t>
            </a:r>
          </a:p>
        </p:txBody>
      </p:sp>
      <p:pic>
        <p:nvPicPr>
          <p:cNvPr id="5" name="Picture 4">
            <a:extLst>
              <a:ext uri="{FF2B5EF4-FFF2-40B4-BE49-F238E27FC236}">
                <a16:creationId xmlns:a16="http://schemas.microsoft.com/office/drawing/2014/main" id="{7CB31192-A489-D0A8-1C63-1A1F39012728}"/>
              </a:ext>
            </a:extLst>
          </p:cNvPr>
          <p:cNvPicPr>
            <a:picLocks noChangeAspect="1"/>
          </p:cNvPicPr>
          <p:nvPr/>
        </p:nvPicPr>
        <p:blipFill>
          <a:blip r:embed="rId2"/>
          <a:stretch>
            <a:fillRect/>
          </a:stretch>
        </p:blipFill>
        <p:spPr>
          <a:xfrm>
            <a:off x="3570220" y="2216426"/>
            <a:ext cx="484880" cy="576469"/>
          </a:xfrm>
          <a:prstGeom prst="rect">
            <a:avLst/>
          </a:prstGeom>
        </p:spPr>
      </p:pic>
      <p:sp>
        <p:nvSpPr>
          <p:cNvPr id="6" name="Content Placeholder 2">
            <a:extLst>
              <a:ext uri="{FF2B5EF4-FFF2-40B4-BE49-F238E27FC236}">
                <a16:creationId xmlns:a16="http://schemas.microsoft.com/office/drawing/2014/main" id="{4FC27BA0-AA14-48E3-F386-6DC75EBD0A17}"/>
              </a:ext>
            </a:extLst>
          </p:cNvPr>
          <p:cNvSpPr txBox="1">
            <a:spLocks/>
          </p:cNvSpPr>
          <p:nvPr/>
        </p:nvSpPr>
        <p:spPr>
          <a:xfrm>
            <a:off x="6873902" y="2256184"/>
            <a:ext cx="4144617" cy="3617843"/>
          </a:xfrm>
          <a:prstGeom prst="rect">
            <a:avLst/>
          </a:prstGeom>
        </p:spPr>
        <p:txBody>
          <a:bodyPr vert="horz" lIns="91440" tIns="45720" rIns="91440" bIns="45720" rtlCol="0">
            <a:normAutofit lnSpcReduction="10000"/>
          </a:bodyPr>
          <a:lst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a:lstStyle>
          <a:p>
            <a:pPr marL="45720" indent="0">
              <a:buFont typeface="Corbel" pitchFamily="34" charset="0"/>
              <a:buNone/>
            </a:pPr>
            <a:r>
              <a:rPr lang="en-US" b="1" dirty="0"/>
              <a:t>Voiced /</a:t>
            </a:r>
            <a:r>
              <a:rPr lang="en-US" b="1" dirty="0" err="1"/>
              <a:t>th</a:t>
            </a:r>
            <a:r>
              <a:rPr lang="en-US" b="1" dirty="0"/>
              <a:t>/	</a:t>
            </a:r>
            <a:r>
              <a:rPr lang="en-US" dirty="0"/>
              <a:t>		</a:t>
            </a:r>
          </a:p>
          <a:p>
            <a:pPr marL="45720" indent="0">
              <a:buFont typeface="Corbel" pitchFamily="34" charset="0"/>
              <a:buNone/>
            </a:pPr>
            <a:r>
              <a:rPr lang="en-US" dirty="0"/>
              <a:t>though – doe</a:t>
            </a:r>
          </a:p>
          <a:p>
            <a:pPr marL="45720" indent="0">
              <a:buFont typeface="Corbel" pitchFamily="34" charset="0"/>
              <a:buNone/>
            </a:pPr>
            <a:r>
              <a:rPr lang="en-US" dirty="0"/>
              <a:t>those – dose</a:t>
            </a:r>
          </a:p>
          <a:p>
            <a:pPr marL="45720" indent="0">
              <a:buFont typeface="Corbel" pitchFamily="34" charset="0"/>
              <a:buNone/>
            </a:pPr>
            <a:r>
              <a:rPr lang="en-US" dirty="0"/>
              <a:t>breathe – breed</a:t>
            </a:r>
          </a:p>
          <a:p>
            <a:pPr marL="45720" indent="0">
              <a:buFont typeface="Corbel" pitchFamily="34" charset="0"/>
              <a:buNone/>
            </a:pPr>
            <a:r>
              <a:rPr lang="en-US" dirty="0"/>
              <a:t>then – den </a:t>
            </a:r>
          </a:p>
          <a:p>
            <a:pPr marL="45720" indent="0">
              <a:buFont typeface="Corbel" pitchFamily="34" charset="0"/>
              <a:buNone/>
            </a:pPr>
            <a:r>
              <a:rPr lang="en-US" dirty="0"/>
              <a:t>there – dare </a:t>
            </a:r>
          </a:p>
          <a:p>
            <a:pPr marL="45720" indent="0">
              <a:buFont typeface="Corbel" pitchFamily="34" charset="0"/>
              <a:buNone/>
            </a:pPr>
            <a:r>
              <a:rPr lang="en-US" dirty="0"/>
              <a:t>although – all doe</a:t>
            </a:r>
          </a:p>
          <a:p>
            <a:pPr marL="45720" indent="0">
              <a:buFont typeface="Corbel" pitchFamily="34" charset="0"/>
              <a:buNone/>
            </a:pPr>
            <a:r>
              <a:rPr lang="en-US" dirty="0"/>
              <a:t>bathe - bade</a:t>
            </a:r>
          </a:p>
        </p:txBody>
      </p:sp>
      <p:pic>
        <p:nvPicPr>
          <p:cNvPr id="8" name="Picture 7">
            <a:extLst>
              <a:ext uri="{FF2B5EF4-FFF2-40B4-BE49-F238E27FC236}">
                <a16:creationId xmlns:a16="http://schemas.microsoft.com/office/drawing/2014/main" id="{F6316FE6-A48F-A263-C5B2-46BD38C921CE}"/>
              </a:ext>
            </a:extLst>
          </p:cNvPr>
          <p:cNvPicPr>
            <a:picLocks noChangeAspect="1"/>
          </p:cNvPicPr>
          <p:nvPr/>
        </p:nvPicPr>
        <p:blipFill>
          <a:blip r:embed="rId3"/>
          <a:stretch>
            <a:fillRect/>
          </a:stretch>
        </p:blipFill>
        <p:spPr>
          <a:xfrm>
            <a:off x="8681559" y="2136913"/>
            <a:ext cx="529304" cy="576470"/>
          </a:xfrm>
          <a:prstGeom prst="rect">
            <a:avLst/>
          </a:prstGeom>
        </p:spPr>
      </p:pic>
    </p:spTree>
    <p:extLst>
      <p:ext uri="{BB962C8B-B14F-4D97-AF65-F5344CB8AC3E}">
        <p14:creationId xmlns:p14="http://schemas.microsoft.com/office/powerpoint/2010/main" val="39653134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3DD3-C27C-457D-ADDD-066D01CB95CA}"/>
              </a:ext>
            </a:extLst>
          </p:cNvPr>
          <p:cNvSpPr>
            <a:spLocks noGrp="1"/>
          </p:cNvSpPr>
          <p:nvPr>
            <p:ph type="title"/>
          </p:nvPr>
        </p:nvSpPr>
        <p:spPr>
          <a:xfrm>
            <a:off x="1096766" y="244867"/>
            <a:ext cx="9875520" cy="1356360"/>
          </a:xfrm>
        </p:spPr>
        <p:txBody>
          <a:bodyPr/>
          <a:lstStyle/>
          <a:p>
            <a:r>
              <a:rPr lang="en-US" dirty="0">
                <a:latin typeface="Rockwell" panose="02060603020205020403" pitchFamily="18" charset="0"/>
              </a:rPr>
              <a:t>Let’s Practice!</a:t>
            </a:r>
          </a:p>
        </p:txBody>
      </p:sp>
      <p:pic>
        <p:nvPicPr>
          <p:cNvPr id="5" name="Graphic 4" descr="Bus">
            <a:extLst>
              <a:ext uri="{FF2B5EF4-FFF2-40B4-BE49-F238E27FC236}">
                <a16:creationId xmlns:a16="http://schemas.microsoft.com/office/drawing/2014/main" id="{22D80468-1845-4A70-B844-7C50FC401D4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28573" y="460759"/>
            <a:ext cx="914400" cy="914400"/>
          </a:xfrm>
          <a:prstGeom prst="rect">
            <a:avLst/>
          </a:prstGeom>
        </p:spPr>
      </p:pic>
      <p:graphicFrame>
        <p:nvGraphicFramePr>
          <p:cNvPr id="4" name="Content Placeholder 3">
            <a:extLst>
              <a:ext uri="{FF2B5EF4-FFF2-40B4-BE49-F238E27FC236}">
                <a16:creationId xmlns:a16="http://schemas.microsoft.com/office/drawing/2014/main" id="{31F44B22-324B-4DE8-B32C-85312184904C}"/>
              </a:ext>
            </a:extLst>
          </p:cNvPr>
          <p:cNvGraphicFramePr>
            <a:graphicFrameLocks noGrp="1"/>
          </p:cNvGraphicFramePr>
          <p:nvPr>
            <p:ph idx="1"/>
          </p:nvPr>
        </p:nvGraphicFramePr>
        <p:xfrm>
          <a:off x="1159668" y="1601227"/>
          <a:ext cx="9872664" cy="4371944"/>
        </p:xfrm>
        <a:graphic>
          <a:graphicData uri="http://schemas.openxmlformats.org/drawingml/2006/table">
            <a:tbl>
              <a:tblPr firstRow="1" bandRow="1">
                <a:tableStyleId>{5C22544A-7EE6-4342-B048-85BDC9FD1C3A}</a:tableStyleId>
              </a:tblPr>
              <a:tblGrid>
                <a:gridCol w="9872664">
                  <a:extLst>
                    <a:ext uri="{9D8B030D-6E8A-4147-A177-3AD203B41FA5}">
                      <a16:colId xmlns:a16="http://schemas.microsoft.com/office/drawing/2014/main" val="743422230"/>
                    </a:ext>
                  </a:extLst>
                </a:gridCol>
              </a:tblGrid>
              <a:tr h="4371944">
                <a:tc>
                  <a:txBody>
                    <a:bodyPr/>
                    <a:lstStyle/>
                    <a:p>
                      <a:endParaRPr lang="en-US" sz="800" i="1">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2496822786"/>
                  </a:ext>
                </a:extLst>
              </a:tr>
            </a:tbl>
          </a:graphicData>
        </a:graphic>
      </p:graphicFrame>
      <p:sp>
        <p:nvSpPr>
          <p:cNvPr id="3" name="TextBox 2">
            <a:extLst>
              <a:ext uri="{FF2B5EF4-FFF2-40B4-BE49-F238E27FC236}">
                <a16:creationId xmlns:a16="http://schemas.microsoft.com/office/drawing/2014/main" id="{925117E7-D6DC-FC2E-A952-A3DC295B9D76}"/>
              </a:ext>
            </a:extLst>
          </p:cNvPr>
          <p:cNvSpPr txBox="1"/>
          <p:nvPr/>
        </p:nvSpPr>
        <p:spPr>
          <a:xfrm>
            <a:off x="1469833" y="1709707"/>
            <a:ext cx="9346279" cy="4154984"/>
          </a:xfrm>
          <a:prstGeom prst="rect">
            <a:avLst/>
          </a:prstGeom>
          <a:noFill/>
        </p:spPr>
        <p:txBody>
          <a:bodyPr wrap="square" rtlCol="0">
            <a:spAutoFit/>
          </a:bodyPr>
          <a:lstStyle/>
          <a:p>
            <a:r>
              <a:rPr lang="en-US" sz="2400" dirty="0">
                <a:solidFill>
                  <a:schemeClr val="bg1"/>
                </a:solidFill>
                <a:latin typeface="Raavi" panose="020B0502040204020203" pitchFamily="34" charset="0"/>
                <a:cs typeface="Raavi" panose="020B0502040204020203" pitchFamily="34" charset="0"/>
              </a:rPr>
              <a:t>The throng of thermometers from the Thuringian Thermometer Folks arrived on Thursday. There were a thousand thirty-three thick thermometers, though, instead of a thousand thirty-six thin thermometers, which were three thermometers fewer than the thousand thirty-six we were expecting. Not to mention that they were thick ones rather than thin ones. We thoroughly thought that we had ordered a thousand thirty-six, not a thousand thirty-three thermometers, and asked the Thuringian Thermometer Folks to reship the thermometers – thin, not thick. They apologized for sending only a thousand thirty-three thermometers rather than a thousand thirty-six and promised to replace the thick thermometers with thin thermometers. </a:t>
            </a:r>
          </a:p>
        </p:txBody>
      </p:sp>
    </p:spTree>
    <p:extLst>
      <p:ext uri="{BB962C8B-B14F-4D97-AF65-F5344CB8AC3E}">
        <p14:creationId xmlns:p14="http://schemas.microsoft.com/office/powerpoint/2010/main" val="33787690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3DD3-C27C-457D-ADDD-066D01CB95CA}"/>
              </a:ext>
            </a:extLst>
          </p:cNvPr>
          <p:cNvSpPr>
            <a:spLocks noGrp="1"/>
          </p:cNvSpPr>
          <p:nvPr>
            <p:ph type="title"/>
          </p:nvPr>
        </p:nvSpPr>
        <p:spPr>
          <a:xfrm>
            <a:off x="1096766" y="244867"/>
            <a:ext cx="9875520" cy="1356360"/>
          </a:xfrm>
        </p:spPr>
        <p:txBody>
          <a:bodyPr/>
          <a:lstStyle/>
          <a:p>
            <a:r>
              <a:rPr lang="en-US">
                <a:latin typeface="Rockwell" panose="02060603020205020403" pitchFamily="18" charset="0"/>
              </a:rPr>
              <a:t>R-Controlled Vowels </a:t>
            </a:r>
          </a:p>
        </p:txBody>
      </p:sp>
      <p:graphicFrame>
        <p:nvGraphicFramePr>
          <p:cNvPr id="4" name="Content Placeholder 3">
            <a:extLst>
              <a:ext uri="{FF2B5EF4-FFF2-40B4-BE49-F238E27FC236}">
                <a16:creationId xmlns:a16="http://schemas.microsoft.com/office/drawing/2014/main" id="{31F44B22-324B-4DE8-B32C-85312184904C}"/>
              </a:ext>
            </a:extLst>
          </p:cNvPr>
          <p:cNvGraphicFramePr>
            <a:graphicFrameLocks noGrp="1"/>
          </p:cNvGraphicFramePr>
          <p:nvPr>
            <p:ph idx="1"/>
            <p:extLst>
              <p:ext uri="{D42A27DB-BD31-4B8C-83A1-F6EECF244321}">
                <p14:modId xmlns:p14="http://schemas.microsoft.com/office/powerpoint/2010/main" val="1392159762"/>
              </p:ext>
            </p:extLst>
          </p:nvPr>
        </p:nvGraphicFramePr>
        <p:xfrm>
          <a:off x="1159668" y="1388303"/>
          <a:ext cx="9872664" cy="4435869"/>
        </p:xfrm>
        <a:graphic>
          <a:graphicData uri="http://schemas.openxmlformats.org/drawingml/2006/table">
            <a:tbl>
              <a:tblPr firstRow="1" bandRow="1">
                <a:tableStyleId>{5C22544A-7EE6-4342-B048-85BDC9FD1C3A}</a:tableStyleId>
              </a:tblPr>
              <a:tblGrid>
                <a:gridCol w="9872664">
                  <a:extLst>
                    <a:ext uri="{9D8B030D-6E8A-4147-A177-3AD203B41FA5}">
                      <a16:colId xmlns:a16="http://schemas.microsoft.com/office/drawing/2014/main" val="743422230"/>
                    </a:ext>
                  </a:extLst>
                </a:gridCol>
              </a:tblGrid>
              <a:tr h="4435869">
                <a:tc>
                  <a:txBody>
                    <a:bodyPr/>
                    <a:lstStyle/>
                    <a:p>
                      <a:endParaRPr lang="en-US">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1">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endParaRPr lang="en-US">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2496822786"/>
                  </a:ext>
                </a:extLst>
              </a:tr>
            </a:tbl>
          </a:graphicData>
        </a:graphic>
      </p:graphicFrame>
      <p:pic>
        <p:nvPicPr>
          <p:cNvPr id="5" name="Picture 4">
            <a:extLst>
              <a:ext uri="{FF2B5EF4-FFF2-40B4-BE49-F238E27FC236}">
                <a16:creationId xmlns:a16="http://schemas.microsoft.com/office/drawing/2014/main" id="{6509DE97-88BA-03EE-F625-FBCCFF7D49A4}"/>
              </a:ext>
            </a:extLst>
          </p:cNvPr>
          <p:cNvPicPr>
            <a:picLocks noChangeAspect="1"/>
          </p:cNvPicPr>
          <p:nvPr/>
        </p:nvPicPr>
        <p:blipFill>
          <a:blip r:embed="rId3"/>
          <a:stretch>
            <a:fillRect/>
          </a:stretch>
        </p:blipFill>
        <p:spPr>
          <a:xfrm>
            <a:off x="2566546" y="1601227"/>
            <a:ext cx="6811369" cy="3967943"/>
          </a:xfrm>
          <a:prstGeom prst="rect">
            <a:avLst/>
          </a:prstGeom>
        </p:spPr>
      </p:pic>
      <p:sp>
        <p:nvSpPr>
          <p:cNvPr id="8" name="TextBox 7">
            <a:extLst>
              <a:ext uri="{FF2B5EF4-FFF2-40B4-BE49-F238E27FC236}">
                <a16:creationId xmlns:a16="http://schemas.microsoft.com/office/drawing/2014/main" id="{01D44A60-B3DF-BE79-1DBD-01F748123960}"/>
              </a:ext>
            </a:extLst>
          </p:cNvPr>
          <p:cNvSpPr txBox="1"/>
          <p:nvPr/>
        </p:nvSpPr>
        <p:spPr>
          <a:xfrm>
            <a:off x="587828" y="6072733"/>
            <a:ext cx="6093822" cy="21544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800" b="0" i="1">
                <a:latin typeface="Tahoma" panose="020B0604030504040204" pitchFamily="34" charset="0"/>
                <a:ea typeface="Tahoma" panose="020B0604030504040204" pitchFamily="34" charset="0"/>
                <a:cs typeface="Tahoma" panose="020B0604030504040204" pitchFamily="34" charset="0"/>
              </a:rPr>
              <a:t>Source: </a:t>
            </a:r>
            <a:r>
              <a:rPr lang="en-US" sz="800" i="1">
                <a:hlinkClick r:id="rId4"/>
              </a:rPr>
              <a:t>Reading Rockets | Launching Young Readers</a:t>
            </a:r>
            <a:r>
              <a:rPr lang="en-US" sz="800" b="0" i="1">
                <a:latin typeface="Tahoma" panose="020B0604030504040204" pitchFamily="34" charset="0"/>
                <a:ea typeface="Tahoma" panose="020B0604030504040204" pitchFamily="34" charset="0"/>
                <a:cs typeface="Tahoma" panose="020B0604030504040204" pitchFamily="34" charset="0"/>
              </a:rPr>
              <a:t> </a:t>
            </a:r>
            <a:endParaRPr lang="en-US" sz="800" b="0" i="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6715864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3DD3-C27C-457D-ADDD-066D01CB95CA}"/>
              </a:ext>
            </a:extLst>
          </p:cNvPr>
          <p:cNvSpPr>
            <a:spLocks noGrp="1"/>
          </p:cNvSpPr>
          <p:nvPr>
            <p:ph type="title"/>
          </p:nvPr>
        </p:nvSpPr>
        <p:spPr>
          <a:xfrm>
            <a:off x="1096766" y="244867"/>
            <a:ext cx="9875520" cy="1356360"/>
          </a:xfrm>
        </p:spPr>
        <p:txBody>
          <a:bodyPr/>
          <a:lstStyle/>
          <a:p>
            <a:r>
              <a:rPr lang="en-US">
                <a:latin typeface="Rockwell" panose="02060603020205020403" pitchFamily="18" charset="0"/>
              </a:rPr>
              <a:t>Graphemes</a:t>
            </a:r>
          </a:p>
        </p:txBody>
      </p:sp>
      <p:graphicFrame>
        <p:nvGraphicFramePr>
          <p:cNvPr id="4" name="Content Placeholder 3">
            <a:extLst>
              <a:ext uri="{FF2B5EF4-FFF2-40B4-BE49-F238E27FC236}">
                <a16:creationId xmlns:a16="http://schemas.microsoft.com/office/drawing/2014/main" id="{31F44B22-324B-4DE8-B32C-85312184904C}"/>
              </a:ext>
            </a:extLst>
          </p:cNvPr>
          <p:cNvGraphicFramePr>
            <a:graphicFrameLocks noGrp="1"/>
          </p:cNvGraphicFramePr>
          <p:nvPr>
            <p:ph idx="1"/>
            <p:extLst>
              <p:ext uri="{D42A27DB-BD31-4B8C-83A1-F6EECF244321}">
                <p14:modId xmlns:p14="http://schemas.microsoft.com/office/powerpoint/2010/main" val="2769476001"/>
              </p:ext>
            </p:extLst>
          </p:nvPr>
        </p:nvGraphicFramePr>
        <p:xfrm>
          <a:off x="1159668" y="1601227"/>
          <a:ext cx="9872664" cy="4511040"/>
        </p:xfrm>
        <a:graphic>
          <a:graphicData uri="http://schemas.openxmlformats.org/drawingml/2006/table">
            <a:tbl>
              <a:tblPr firstRow="1" bandRow="1">
                <a:tableStyleId>{5C22544A-7EE6-4342-B048-85BDC9FD1C3A}</a:tableStyleId>
              </a:tblPr>
              <a:tblGrid>
                <a:gridCol w="9872664">
                  <a:extLst>
                    <a:ext uri="{9D8B030D-6E8A-4147-A177-3AD203B41FA5}">
                      <a16:colId xmlns:a16="http://schemas.microsoft.com/office/drawing/2014/main" val="743422230"/>
                    </a:ext>
                  </a:extLst>
                </a:gridCol>
              </a:tblGrid>
              <a:tr h="44358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dirty="0">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r>
                        <a:rPr lang="en-US" sz="800" b="0" i="1" dirty="0">
                          <a:latin typeface="Tahoma" panose="020B0604030504040204" pitchFamily="34" charset="0"/>
                          <a:ea typeface="Tahoma" panose="020B0604030504040204" pitchFamily="34" charset="0"/>
                          <a:cs typeface="Tahoma" panose="020B0604030504040204" pitchFamily="34" charset="0"/>
                        </a:rPr>
                        <a:t>Source: </a:t>
                      </a:r>
                      <a:r>
                        <a:rPr lang="en-US" sz="800" i="1" dirty="0">
                          <a:hlinkClick r:id="rId3"/>
                        </a:rPr>
                        <a:t>Reading Rockets | Launching Young Readers</a:t>
                      </a:r>
                      <a:r>
                        <a:rPr lang="en-US" sz="800" b="0" i="1" dirty="0">
                          <a:latin typeface="Tahoma" panose="020B0604030504040204" pitchFamily="34" charset="0"/>
                          <a:ea typeface="Tahoma" panose="020B0604030504040204" pitchFamily="34" charset="0"/>
                          <a:cs typeface="Tahoma" panose="020B0604030504040204" pitchFamily="34" charset="0"/>
                        </a:rPr>
                        <a:t> </a:t>
                      </a:r>
                      <a:endParaRPr lang="en-US" sz="800" b="0" i="0" dirty="0">
                        <a:latin typeface="Tahoma" panose="020B0604030504040204" pitchFamily="34" charset="0"/>
                        <a:ea typeface="Tahoma" panose="020B0604030504040204" pitchFamily="34" charset="0"/>
                        <a:cs typeface="Tahoma" panose="020B0604030504040204" pitchFamily="34" charset="0"/>
                      </a:endParaRPr>
                    </a:p>
                    <a:p>
                      <a:endParaRPr lang="en-US" dirty="0">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2496822786"/>
                  </a:ext>
                </a:extLst>
              </a:tr>
            </a:tbl>
          </a:graphicData>
        </a:graphic>
      </p:graphicFrame>
      <p:pic>
        <p:nvPicPr>
          <p:cNvPr id="6" name="Picture 5">
            <a:extLst>
              <a:ext uri="{FF2B5EF4-FFF2-40B4-BE49-F238E27FC236}">
                <a16:creationId xmlns:a16="http://schemas.microsoft.com/office/drawing/2014/main" id="{38DFB5A1-30BB-FF1B-54E9-A9069114D11B}"/>
              </a:ext>
            </a:extLst>
          </p:cNvPr>
          <p:cNvPicPr>
            <a:picLocks noChangeAspect="1"/>
          </p:cNvPicPr>
          <p:nvPr/>
        </p:nvPicPr>
        <p:blipFill rotWithShape="1">
          <a:blip r:embed="rId4"/>
          <a:srcRect b="52747"/>
          <a:stretch/>
        </p:blipFill>
        <p:spPr>
          <a:xfrm>
            <a:off x="1677330" y="2667745"/>
            <a:ext cx="8837340" cy="1751855"/>
          </a:xfrm>
          <a:prstGeom prst="rect">
            <a:avLst/>
          </a:prstGeom>
        </p:spPr>
      </p:pic>
    </p:spTree>
    <p:extLst>
      <p:ext uri="{BB962C8B-B14F-4D97-AF65-F5344CB8AC3E}">
        <p14:creationId xmlns:p14="http://schemas.microsoft.com/office/powerpoint/2010/main" val="8533171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EA1B8-CAD5-8BD0-EACD-3C1432CE43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CD39EF-E70F-5D31-CB2E-414193D18022}"/>
              </a:ext>
            </a:extLst>
          </p:cNvPr>
          <p:cNvSpPr>
            <a:spLocks noGrp="1"/>
          </p:cNvSpPr>
          <p:nvPr>
            <p:ph type="title"/>
          </p:nvPr>
        </p:nvSpPr>
        <p:spPr>
          <a:xfrm>
            <a:off x="1096766" y="244867"/>
            <a:ext cx="9875520" cy="1356360"/>
          </a:xfrm>
        </p:spPr>
        <p:txBody>
          <a:bodyPr/>
          <a:lstStyle/>
          <a:p>
            <a:r>
              <a:rPr lang="en-US">
                <a:latin typeface="Rockwell" panose="02060603020205020403" pitchFamily="18" charset="0"/>
              </a:rPr>
              <a:t>Graphemes</a:t>
            </a:r>
          </a:p>
        </p:txBody>
      </p:sp>
      <p:pic>
        <p:nvPicPr>
          <p:cNvPr id="6" name="Picture 5">
            <a:extLst>
              <a:ext uri="{FF2B5EF4-FFF2-40B4-BE49-F238E27FC236}">
                <a16:creationId xmlns:a16="http://schemas.microsoft.com/office/drawing/2014/main" id="{FB39A949-7300-019B-A38C-176AD09662D5}"/>
              </a:ext>
            </a:extLst>
          </p:cNvPr>
          <p:cNvPicPr>
            <a:picLocks noChangeAspect="1"/>
          </p:cNvPicPr>
          <p:nvPr/>
        </p:nvPicPr>
        <p:blipFill rotWithShape="1">
          <a:blip r:embed="rId3"/>
          <a:srcRect t="47710" r="9561" b="677"/>
          <a:stretch/>
        </p:blipFill>
        <p:spPr>
          <a:xfrm>
            <a:off x="1278760" y="1744868"/>
            <a:ext cx="9336306" cy="2760133"/>
          </a:xfrm>
          <a:prstGeom prst="rect">
            <a:avLst/>
          </a:prstGeom>
        </p:spPr>
      </p:pic>
    </p:spTree>
    <p:extLst>
      <p:ext uri="{BB962C8B-B14F-4D97-AF65-F5344CB8AC3E}">
        <p14:creationId xmlns:p14="http://schemas.microsoft.com/office/powerpoint/2010/main" val="39913251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3DD3-C27C-457D-ADDD-066D01CB95CA}"/>
              </a:ext>
            </a:extLst>
          </p:cNvPr>
          <p:cNvSpPr>
            <a:spLocks noGrp="1"/>
          </p:cNvSpPr>
          <p:nvPr>
            <p:ph type="title"/>
          </p:nvPr>
        </p:nvSpPr>
        <p:spPr>
          <a:xfrm>
            <a:off x="1096766" y="244867"/>
            <a:ext cx="9875520" cy="1356360"/>
          </a:xfrm>
        </p:spPr>
        <p:txBody>
          <a:bodyPr/>
          <a:lstStyle/>
          <a:p>
            <a:r>
              <a:rPr lang="en-US">
                <a:latin typeface="Rockwell"/>
              </a:rPr>
              <a:t>STRETCH YOUR ARTICULATORS!</a:t>
            </a:r>
            <a:endParaRPr lang="en-US">
              <a:latin typeface="Rockwell" panose="02060603020205020403" pitchFamily="18" charset="0"/>
            </a:endParaRPr>
          </a:p>
        </p:txBody>
      </p:sp>
      <p:graphicFrame>
        <p:nvGraphicFramePr>
          <p:cNvPr id="4" name="Content Placeholder 3">
            <a:extLst>
              <a:ext uri="{FF2B5EF4-FFF2-40B4-BE49-F238E27FC236}">
                <a16:creationId xmlns:a16="http://schemas.microsoft.com/office/drawing/2014/main" id="{31F44B22-324B-4DE8-B32C-85312184904C}"/>
              </a:ext>
            </a:extLst>
          </p:cNvPr>
          <p:cNvGraphicFramePr>
            <a:graphicFrameLocks noGrp="1"/>
          </p:cNvGraphicFramePr>
          <p:nvPr>
            <p:ph idx="1"/>
            <p:extLst>
              <p:ext uri="{D42A27DB-BD31-4B8C-83A1-F6EECF244321}">
                <p14:modId xmlns:p14="http://schemas.microsoft.com/office/powerpoint/2010/main" val="2253707965"/>
              </p:ext>
            </p:extLst>
          </p:nvPr>
        </p:nvGraphicFramePr>
        <p:xfrm>
          <a:off x="1159668" y="1601227"/>
          <a:ext cx="9872664" cy="4435869"/>
        </p:xfrm>
        <a:graphic>
          <a:graphicData uri="http://schemas.openxmlformats.org/drawingml/2006/table">
            <a:tbl>
              <a:tblPr firstRow="1" bandRow="1">
                <a:tableStyleId>{5C22544A-7EE6-4342-B048-85BDC9FD1C3A}</a:tableStyleId>
              </a:tblPr>
              <a:tblGrid>
                <a:gridCol w="9872664">
                  <a:extLst>
                    <a:ext uri="{9D8B030D-6E8A-4147-A177-3AD203B41FA5}">
                      <a16:colId xmlns:a16="http://schemas.microsoft.com/office/drawing/2014/main" val="743422230"/>
                    </a:ext>
                  </a:extLst>
                </a:gridCol>
              </a:tblGrid>
              <a:tr h="44358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2496822786"/>
                  </a:ext>
                </a:extLst>
              </a:tr>
            </a:tbl>
          </a:graphicData>
        </a:graphic>
      </p:graphicFrame>
      <p:pic>
        <p:nvPicPr>
          <p:cNvPr id="3" name="Picture 4" descr="A picture containing text, skeleton, design&#10;&#10;Description automatically generated">
            <a:extLst>
              <a:ext uri="{FF2B5EF4-FFF2-40B4-BE49-F238E27FC236}">
                <a16:creationId xmlns:a16="http://schemas.microsoft.com/office/drawing/2014/main" id="{2E8EFE5C-FEF3-DCD4-FC65-312551D2FAE3}"/>
              </a:ext>
            </a:extLst>
          </p:cNvPr>
          <p:cNvPicPr>
            <a:picLocks noChangeAspect="1"/>
          </p:cNvPicPr>
          <p:nvPr/>
        </p:nvPicPr>
        <p:blipFill>
          <a:blip r:embed="rId3"/>
          <a:stretch>
            <a:fillRect/>
          </a:stretch>
        </p:blipFill>
        <p:spPr>
          <a:xfrm>
            <a:off x="2945219" y="1888990"/>
            <a:ext cx="5901069" cy="3914338"/>
          </a:xfrm>
          <a:prstGeom prst="rect">
            <a:avLst/>
          </a:prstGeom>
        </p:spPr>
      </p:pic>
    </p:spTree>
    <p:extLst>
      <p:ext uri="{BB962C8B-B14F-4D97-AF65-F5344CB8AC3E}">
        <p14:creationId xmlns:p14="http://schemas.microsoft.com/office/powerpoint/2010/main" val="658547517"/>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3DD3-C27C-457D-ADDD-066D01CB95CA}"/>
              </a:ext>
            </a:extLst>
          </p:cNvPr>
          <p:cNvSpPr>
            <a:spLocks noGrp="1"/>
          </p:cNvSpPr>
          <p:nvPr>
            <p:ph type="title"/>
          </p:nvPr>
        </p:nvSpPr>
        <p:spPr>
          <a:xfrm>
            <a:off x="1096766" y="244867"/>
            <a:ext cx="9875520" cy="1356360"/>
          </a:xfrm>
        </p:spPr>
        <p:txBody>
          <a:bodyPr/>
          <a:lstStyle/>
          <a:p>
            <a:r>
              <a:rPr lang="en-US">
                <a:latin typeface="Rockwell"/>
              </a:rPr>
              <a:t>BREATHING EXERCISES</a:t>
            </a:r>
            <a:endParaRPr lang="en-US"/>
          </a:p>
        </p:txBody>
      </p:sp>
      <p:graphicFrame>
        <p:nvGraphicFramePr>
          <p:cNvPr id="4" name="Content Placeholder 3">
            <a:extLst>
              <a:ext uri="{FF2B5EF4-FFF2-40B4-BE49-F238E27FC236}">
                <a16:creationId xmlns:a16="http://schemas.microsoft.com/office/drawing/2014/main" id="{31F44B22-324B-4DE8-B32C-85312184904C}"/>
              </a:ext>
            </a:extLst>
          </p:cNvPr>
          <p:cNvGraphicFramePr>
            <a:graphicFrameLocks noGrp="1"/>
          </p:cNvGraphicFramePr>
          <p:nvPr>
            <p:ph idx="1"/>
          </p:nvPr>
        </p:nvGraphicFramePr>
        <p:xfrm>
          <a:off x="1159668" y="1601227"/>
          <a:ext cx="9872664" cy="4435869"/>
        </p:xfrm>
        <a:graphic>
          <a:graphicData uri="http://schemas.openxmlformats.org/drawingml/2006/table">
            <a:tbl>
              <a:tblPr firstRow="1" bandRow="1">
                <a:tableStyleId>{5C22544A-7EE6-4342-B048-85BDC9FD1C3A}</a:tableStyleId>
              </a:tblPr>
              <a:tblGrid>
                <a:gridCol w="9872664">
                  <a:extLst>
                    <a:ext uri="{9D8B030D-6E8A-4147-A177-3AD203B41FA5}">
                      <a16:colId xmlns:a16="http://schemas.microsoft.com/office/drawing/2014/main" val="743422230"/>
                    </a:ext>
                  </a:extLst>
                </a:gridCol>
              </a:tblGrid>
              <a:tr h="44358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0" i="1">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2496822786"/>
                  </a:ext>
                </a:extLst>
              </a:tr>
            </a:tbl>
          </a:graphicData>
        </a:graphic>
      </p:graphicFrame>
      <p:sp>
        <p:nvSpPr>
          <p:cNvPr id="5" name="TextBox 4">
            <a:extLst>
              <a:ext uri="{FF2B5EF4-FFF2-40B4-BE49-F238E27FC236}">
                <a16:creationId xmlns:a16="http://schemas.microsoft.com/office/drawing/2014/main" id="{F9B1B046-A1AB-5A32-8AF5-AC7D9A9A4DC2}"/>
              </a:ext>
            </a:extLst>
          </p:cNvPr>
          <p:cNvSpPr txBox="1"/>
          <p:nvPr/>
        </p:nvSpPr>
        <p:spPr>
          <a:xfrm>
            <a:off x="1808922" y="1775792"/>
            <a:ext cx="7988851"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sz="1600" dirty="0">
                <a:solidFill>
                  <a:srgbClr val="FFFFFF"/>
                </a:solidFill>
                <a:latin typeface="Rockwell"/>
                <a:ea typeface="Calibri"/>
                <a:cs typeface="Calibri"/>
              </a:rPr>
              <a:t>Open your mouth wide and open the back of your throat. </a:t>
            </a:r>
            <a:endParaRPr lang="en-US" dirty="0"/>
          </a:p>
          <a:p>
            <a:pPr marL="285750" indent="-285750">
              <a:buFont typeface="Wingdings"/>
              <a:buChar char="Ø"/>
            </a:pPr>
            <a:r>
              <a:rPr lang="en-US" sz="1600" dirty="0">
                <a:solidFill>
                  <a:srgbClr val="FFFFFF"/>
                </a:solidFill>
                <a:latin typeface="Rockwell"/>
                <a:ea typeface="Calibri"/>
                <a:cs typeface="Calibri"/>
              </a:rPr>
              <a:t>Say “ma-ma-ma-ma-mama” as many times as you can </a:t>
            </a:r>
          </a:p>
          <a:p>
            <a:pPr marL="285750" indent="-285750">
              <a:buFont typeface="Wingdings"/>
              <a:buChar char="Ø"/>
            </a:pPr>
            <a:r>
              <a:rPr lang="en-US" sz="1600" dirty="0">
                <a:solidFill>
                  <a:srgbClr val="FFFFFF"/>
                </a:solidFill>
                <a:latin typeface="Rockwell"/>
                <a:ea typeface="Calibri"/>
                <a:cs typeface="Calibri"/>
              </a:rPr>
              <a:t>Say “</a:t>
            </a:r>
            <a:r>
              <a:rPr lang="en-US" sz="1600" dirty="0" err="1">
                <a:solidFill>
                  <a:srgbClr val="FFFFFF"/>
                </a:solidFill>
                <a:latin typeface="Rockwell"/>
                <a:ea typeface="Calibri"/>
                <a:cs typeface="Calibri"/>
              </a:rPr>
              <a:t>kah-kah-kah-kah-kah</a:t>
            </a:r>
            <a:r>
              <a:rPr lang="en-US" sz="1600" dirty="0">
                <a:solidFill>
                  <a:srgbClr val="FFFFFF"/>
                </a:solidFill>
                <a:latin typeface="Rockwell"/>
                <a:ea typeface="Calibri"/>
                <a:cs typeface="Calibri"/>
              </a:rPr>
              <a:t>” as many times as you can. </a:t>
            </a:r>
          </a:p>
          <a:p>
            <a:pPr marL="285750" indent="-285750">
              <a:buFont typeface="Wingdings"/>
              <a:buChar char="Ø"/>
            </a:pPr>
            <a:endParaRPr lang="en-US" sz="1600" dirty="0">
              <a:solidFill>
                <a:srgbClr val="FFFFFF"/>
              </a:solidFill>
              <a:latin typeface="Rockwell"/>
              <a:ea typeface="Calibri"/>
              <a:cs typeface="Calibri"/>
            </a:endParaRPr>
          </a:p>
          <a:p>
            <a:pPr marL="285750" indent="-285750">
              <a:buFont typeface="Wingdings"/>
              <a:buChar char="Ø"/>
            </a:pPr>
            <a:endParaRPr lang="en-US" sz="1600" dirty="0">
              <a:solidFill>
                <a:srgbClr val="FFFFFF"/>
              </a:solidFill>
              <a:latin typeface="Rockwell"/>
              <a:ea typeface="Calibri"/>
              <a:cs typeface="Calibri"/>
            </a:endParaRPr>
          </a:p>
          <a:p>
            <a:pPr marL="285750" indent="-285750">
              <a:buFont typeface="Wingdings"/>
              <a:buChar char="Ø"/>
            </a:pPr>
            <a:r>
              <a:rPr lang="en-US" sz="1600" dirty="0">
                <a:solidFill>
                  <a:srgbClr val="FFFFFF"/>
                </a:solidFill>
                <a:latin typeface="Rockwell"/>
                <a:ea typeface="Calibri"/>
                <a:cs typeface="Calibri"/>
              </a:rPr>
              <a:t>Say “gah-gah-gah-gah-gah” as many times as you can. </a:t>
            </a:r>
          </a:p>
          <a:p>
            <a:pPr marL="285750" indent="-285750">
              <a:buFont typeface="Wingdings"/>
              <a:buChar char="Ø"/>
            </a:pPr>
            <a:r>
              <a:rPr lang="en-US" sz="1600" dirty="0">
                <a:solidFill>
                  <a:srgbClr val="FFFFFF"/>
                </a:solidFill>
                <a:latin typeface="Rockwell"/>
                <a:ea typeface="Calibri"/>
                <a:cs typeface="Calibri"/>
              </a:rPr>
              <a:t>Say “ha-ha-ha-ha-ha” as many times as you can. </a:t>
            </a:r>
          </a:p>
          <a:p>
            <a:pPr marL="285750" indent="-285750">
              <a:buFont typeface="Wingdings"/>
              <a:buChar char="Ø"/>
            </a:pPr>
            <a:r>
              <a:rPr lang="en-US" sz="1600" dirty="0">
                <a:solidFill>
                  <a:srgbClr val="FFFFFF"/>
                </a:solidFill>
                <a:latin typeface="Rockwell"/>
                <a:ea typeface="Calibri"/>
                <a:cs typeface="Calibri"/>
              </a:rPr>
              <a:t>Now put all syllables together, “ma-</a:t>
            </a:r>
            <a:r>
              <a:rPr lang="en-US" sz="1600" dirty="0" err="1">
                <a:solidFill>
                  <a:srgbClr val="FFFFFF"/>
                </a:solidFill>
                <a:latin typeface="Rockwell"/>
                <a:ea typeface="Calibri"/>
                <a:cs typeface="Calibri"/>
              </a:rPr>
              <a:t>kah</a:t>
            </a:r>
            <a:r>
              <a:rPr lang="en-US" sz="1600" dirty="0">
                <a:solidFill>
                  <a:srgbClr val="FFFFFF"/>
                </a:solidFill>
                <a:latin typeface="Rockwell"/>
                <a:ea typeface="Calibri"/>
                <a:cs typeface="Calibri"/>
              </a:rPr>
              <a:t>-gah-ha” and say these as many times as you can. </a:t>
            </a:r>
          </a:p>
          <a:p>
            <a:pPr marL="285750" indent="-285750">
              <a:buFont typeface="Wingdings"/>
              <a:buChar char="Ø"/>
            </a:pPr>
            <a:r>
              <a:rPr lang="en-US" sz="1600" dirty="0">
                <a:solidFill>
                  <a:srgbClr val="FFFFFF"/>
                </a:solidFill>
                <a:latin typeface="Rockwell"/>
                <a:ea typeface="Calibri"/>
                <a:cs typeface="Calibri"/>
              </a:rPr>
              <a:t>Blow out as gently 5 times, feel your belly come in as you blow out. </a:t>
            </a:r>
          </a:p>
          <a:p>
            <a:pPr marL="285750" indent="-285750">
              <a:buFont typeface="Wingdings"/>
              <a:buChar char="Ø"/>
            </a:pPr>
            <a:r>
              <a:rPr lang="en-US" sz="1600" dirty="0">
                <a:solidFill>
                  <a:srgbClr val="FFFFFF"/>
                </a:solidFill>
                <a:latin typeface="Rockwell"/>
                <a:ea typeface="Calibri"/>
                <a:cs typeface="Calibri"/>
              </a:rPr>
              <a:t>Produce the /s/ sound gently 5 times and feel your belly in as you blow out. </a:t>
            </a:r>
          </a:p>
          <a:p>
            <a:pPr marL="285750" indent="-285750">
              <a:buFont typeface="Wingdings"/>
              <a:buChar char="Ø"/>
            </a:pPr>
            <a:endParaRPr lang="en-US" sz="1600" dirty="0">
              <a:solidFill>
                <a:srgbClr val="FFFFFF"/>
              </a:solidFill>
              <a:latin typeface="Rockwell"/>
              <a:ea typeface="Calibri"/>
              <a:cs typeface="Calibri"/>
            </a:endParaRPr>
          </a:p>
          <a:p>
            <a:pPr marL="285750" indent="-285750">
              <a:buFont typeface="Wingdings"/>
              <a:buChar char="Ø"/>
            </a:pPr>
            <a:endParaRPr lang="en-US" sz="1600" dirty="0">
              <a:solidFill>
                <a:srgbClr val="FFFFFF"/>
              </a:solidFill>
              <a:latin typeface="Rockwell"/>
              <a:ea typeface="Calibri"/>
              <a:cs typeface="Calibri"/>
            </a:endParaRPr>
          </a:p>
          <a:p>
            <a:pPr marL="285750" indent="-285750">
              <a:buFont typeface="Wingdings"/>
              <a:buChar char="Ø"/>
            </a:pPr>
            <a:r>
              <a:rPr lang="en-US" sz="1600" dirty="0">
                <a:solidFill>
                  <a:srgbClr val="FFFFFF"/>
                </a:solidFill>
                <a:latin typeface="Rockwell"/>
                <a:ea typeface="Calibri"/>
                <a:cs typeface="Calibri"/>
              </a:rPr>
              <a:t>Produce the /</a:t>
            </a:r>
            <a:r>
              <a:rPr lang="en-US" sz="1600" dirty="0" err="1">
                <a:solidFill>
                  <a:srgbClr val="FFFFFF"/>
                </a:solidFill>
                <a:latin typeface="Rockwell"/>
                <a:ea typeface="Calibri"/>
                <a:cs typeface="Calibri"/>
              </a:rPr>
              <a:t>sh</a:t>
            </a:r>
            <a:r>
              <a:rPr lang="en-US" sz="1600" dirty="0">
                <a:solidFill>
                  <a:srgbClr val="FFFFFF"/>
                </a:solidFill>
                <a:latin typeface="Rockwell"/>
                <a:ea typeface="Calibri"/>
                <a:cs typeface="Calibri"/>
              </a:rPr>
              <a:t>/ sound gently 5 times and feel your belly come in. </a:t>
            </a:r>
          </a:p>
          <a:p>
            <a:pPr marL="285750" indent="-285750">
              <a:buFont typeface="Wingdings"/>
              <a:buChar char="Ø"/>
            </a:pPr>
            <a:r>
              <a:rPr lang="en-US" sz="1600" dirty="0">
                <a:solidFill>
                  <a:srgbClr val="FFFFFF"/>
                </a:solidFill>
                <a:latin typeface="Rockwell"/>
                <a:ea typeface="Calibri"/>
                <a:cs typeface="Calibri"/>
              </a:rPr>
              <a:t>Repeat the exercises five times daily until you’re aware of that feeling of using your belly to control the airflow improves. </a:t>
            </a:r>
          </a:p>
          <a:p>
            <a:pPr marL="285750" indent="-285750">
              <a:buFont typeface="Wingdings"/>
              <a:buChar char="Ø"/>
            </a:pPr>
            <a:endParaRPr lang="en-US" sz="1600" dirty="0">
              <a:solidFill>
                <a:srgbClr val="FFFFFF"/>
              </a:solidFill>
              <a:latin typeface="Rockwell"/>
              <a:ea typeface="Calibri"/>
              <a:cs typeface="Calibri"/>
            </a:endParaRPr>
          </a:p>
          <a:p>
            <a:pPr marL="285750" indent="-285750">
              <a:buFont typeface="Wingdings"/>
              <a:buChar char="Ø"/>
            </a:pPr>
            <a:endParaRPr lang="en-US" sz="1600" dirty="0">
              <a:solidFill>
                <a:srgbClr val="FFFFFF"/>
              </a:solidFill>
              <a:latin typeface="Rockwell"/>
              <a:ea typeface="Calibri"/>
              <a:cs typeface="Calibri"/>
            </a:endParaRPr>
          </a:p>
        </p:txBody>
      </p:sp>
    </p:spTree>
    <p:extLst>
      <p:ext uri="{BB962C8B-B14F-4D97-AF65-F5344CB8AC3E}">
        <p14:creationId xmlns:p14="http://schemas.microsoft.com/office/powerpoint/2010/main" val="594786448"/>
      </p:ext>
    </p:extLst>
  </p:cSld>
  <p:clrMapOvr>
    <a:masterClrMapping/>
  </p:clrMapOvr>
  <p:transition spd="slow">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3DD3-C27C-457D-ADDD-066D01CB95CA}"/>
              </a:ext>
            </a:extLst>
          </p:cNvPr>
          <p:cNvSpPr>
            <a:spLocks noGrp="1"/>
          </p:cNvSpPr>
          <p:nvPr>
            <p:ph type="title"/>
          </p:nvPr>
        </p:nvSpPr>
        <p:spPr>
          <a:xfrm>
            <a:off x="1096766" y="244867"/>
            <a:ext cx="9875520" cy="1356360"/>
          </a:xfrm>
        </p:spPr>
        <p:txBody>
          <a:bodyPr/>
          <a:lstStyle/>
          <a:p>
            <a:r>
              <a:rPr lang="en-US">
                <a:latin typeface="Rockwell"/>
              </a:rPr>
              <a:t>DRILLS</a:t>
            </a:r>
          </a:p>
        </p:txBody>
      </p:sp>
      <p:graphicFrame>
        <p:nvGraphicFramePr>
          <p:cNvPr id="8" name="Table 7">
            <a:extLst>
              <a:ext uri="{FF2B5EF4-FFF2-40B4-BE49-F238E27FC236}">
                <a16:creationId xmlns:a16="http://schemas.microsoft.com/office/drawing/2014/main" id="{C3BDDEAD-E542-F3A6-5AD8-8F645521FE7C}"/>
              </a:ext>
            </a:extLst>
          </p:cNvPr>
          <p:cNvGraphicFramePr>
            <a:graphicFrameLocks noGrp="1"/>
          </p:cNvGraphicFramePr>
          <p:nvPr/>
        </p:nvGraphicFramePr>
        <p:xfrm>
          <a:off x="1003783" y="1852543"/>
          <a:ext cx="10195707" cy="3792920"/>
        </p:xfrm>
        <a:graphic>
          <a:graphicData uri="http://schemas.openxmlformats.org/drawingml/2006/table">
            <a:tbl>
              <a:tblPr firstRow="1" bandRow="1">
                <a:tableStyleId>{5C22544A-7EE6-4342-B048-85BDC9FD1C3A}</a:tableStyleId>
              </a:tblPr>
              <a:tblGrid>
                <a:gridCol w="2046259">
                  <a:extLst>
                    <a:ext uri="{9D8B030D-6E8A-4147-A177-3AD203B41FA5}">
                      <a16:colId xmlns:a16="http://schemas.microsoft.com/office/drawing/2014/main" val="1168039555"/>
                    </a:ext>
                  </a:extLst>
                </a:gridCol>
                <a:gridCol w="2046259">
                  <a:extLst>
                    <a:ext uri="{9D8B030D-6E8A-4147-A177-3AD203B41FA5}">
                      <a16:colId xmlns:a16="http://schemas.microsoft.com/office/drawing/2014/main" val="3214561977"/>
                    </a:ext>
                  </a:extLst>
                </a:gridCol>
                <a:gridCol w="2028465">
                  <a:extLst>
                    <a:ext uri="{9D8B030D-6E8A-4147-A177-3AD203B41FA5}">
                      <a16:colId xmlns:a16="http://schemas.microsoft.com/office/drawing/2014/main" val="1426698251"/>
                    </a:ext>
                  </a:extLst>
                </a:gridCol>
                <a:gridCol w="2054086">
                  <a:extLst>
                    <a:ext uri="{9D8B030D-6E8A-4147-A177-3AD203B41FA5}">
                      <a16:colId xmlns:a16="http://schemas.microsoft.com/office/drawing/2014/main" val="3235817230"/>
                    </a:ext>
                  </a:extLst>
                </a:gridCol>
                <a:gridCol w="2020638">
                  <a:extLst>
                    <a:ext uri="{9D8B030D-6E8A-4147-A177-3AD203B41FA5}">
                      <a16:colId xmlns:a16="http://schemas.microsoft.com/office/drawing/2014/main" val="3653223806"/>
                    </a:ext>
                  </a:extLst>
                </a:gridCol>
              </a:tblGrid>
              <a:tr h="758584">
                <a:tc>
                  <a:txBody>
                    <a:bodyPr/>
                    <a:lstStyle/>
                    <a:p>
                      <a:pPr fontAlgn="t"/>
                      <a:endParaRPr lang="en-US" sz="2400" b="1">
                        <a:effectLst/>
                        <a:latin typeface="Rockwell"/>
                      </a:endParaRPr>
                    </a:p>
                    <a:p>
                      <a:pPr algn="ctr" rtl="0" fontAlgn="base"/>
                      <a:r>
                        <a:rPr lang="en-US" sz="1400" b="1">
                          <a:effectLst/>
                          <a:latin typeface="Rockwell"/>
                        </a:rPr>
                        <a:t>SAH </a:t>
                      </a:r>
                    </a:p>
                  </a:txBody>
                  <a:tcPr/>
                </a:tc>
                <a:tc>
                  <a:txBody>
                    <a:bodyPr/>
                    <a:lstStyle/>
                    <a:p>
                      <a:pPr algn="ctr" fontAlgn="t"/>
                      <a:endParaRPr lang="en-US" sz="2400" b="1">
                        <a:effectLst/>
                        <a:latin typeface="Rockwell"/>
                      </a:endParaRPr>
                    </a:p>
                    <a:p>
                      <a:pPr algn="ctr" rtl="0" fontAlgn="base"/>
                      <a:r>
                        <a:rPr lang="en-US" sz="1400" b="1">
                          <a:effectLst/>
                          <a:latin typeface="Rockwell"/>
                        </a:rPr>
                        <a:t>KAH </a:t>
                      </a:r>
                    </a:p>
                  </a:txBody>
                  <a:tcPr/>
                </a:tc>
                <a:tc>
                  <a:txBody>
                    <a:bodyPr/>
                    <a:lstStyle/>
                    <a:p>
                      <a:pPr algn="ctr" fontAlgn="t"/>
                      <a:endParaRPr lang="en-US" sz="2400" b="1">
                        <a:effectLst/>
                        <a:latin typeface="Rockwell"/>
                      </a:endParaRPr>
                    </a:p>
                    <a:p>
                      <a:pPr algn="ctr" rtl="0" fontAlgn="base"/>
                      <a:r>
                        <a:rPr lang="en-US" sz="1400" b="1">
                          <a:effectLst/>
                          <a:latin typeface="Rockwell"/>
                        </a:rPr>
                        <a:t>SHA </a:t>
                      </a:r>
                    </a:p>
                  </a:txBody>
                  <a:tcPr/>
                </a:tc>
                <a:tc>
                  <a:txBody>
                    <a:bodyPr/>
                    <a:lstStyle/>
                    <a:p>
                      <a:pPr algn="ctr" fontAlgn="t"/>
                      <a:endParaRPr lang="en-US" sz="2400" b="1">
                        <a:effectLst/>
                        <a:latin typeface="Rockwell"/>
                      </a:endParaRPr>
                    </a:p>
                    <a:p>
                      <a:pPr algn="ctr" rtl="0" fontAlgn="base"/>
                      <a:r>
                        <a:rPr lang="en-US" sz="1400" b="1">
                          <a:effectLst/>
                          <a:latin typeface="Rockwell"/>
                        </a:rPr>
                        <a:t>FAH </a:t>
                      </a:r>
                    </a:p>
                  </a:txBody>
                  <a:tcPr/>
                </a:tc>
                <a:tc>
                  <a:txBody>
                    <a:bodyPr/>
                    <a:lstStyle/>
                    <a:p>
                      <a:pPr algn="ctr" fontAlgn="t"/>
                      <a:endParaRPr lang="en-US" sz="2400" b="1">
                        <a:effectLst/>
                        <a:latin typeface="Rockwell"/>
                      </a:endParaRPr>
                    </a:p>
                    <a:p>
                      <a:pPr algn="ctr" rtl="0" fontAlgn="base"/>
                      <a:r>
                        <a:rPr lang="en-US" sz="1400" b="1">
                          <a:effectLst/>
                          <a:latin typeface="Rockwell"/>
                        </a:rPr>
                        <a:t>RAH </a:t>
                      </a:r>
                    </a:p>
                  </a:txBody>
                  <a:tcPr/>
                </a:tc>
                <a:extLst>
                  <a:ext uri="{0D108BD9-81ED-4DB2-BD59-A6C34878D82A}">
                    <a16:rowId xmlns:a16="http://schemas.microsoft.com/office/drawing/2014/main" val="3039689125"/>
                  </a:ext>
                </a:extLst>
              </a:tr>
              <a:tr h="758584">
                <a:tc>
                  <a:txBody>
                    <a:bodyPr/>
                    <a:lstStyle/>
                    <a:p>
                      <a:pPr fontAlgn="t"/>
                      <a:endParaRPr lang="en-US" sz="2400" b="1">
                        <a:effectLst/>
                        <a:latin typeface="Rockwell"/>
                      </a:endParaRPr>
                    </a:p>
                    <a:p>
                      <a:pPr algn="ctr" rtl="0" fontAlgn="base"/>
                      <a:r>
                        <a:rPr lang="en-US" sz="1400" b="1">
                          <a:effectLst/>
                          <a:latin typeface="Rockwell"/>
                        </a:rPr>
                        <a:t>PAH </a:t>
                      </a:r>
                    </a:p>
                  </a:txBody>
                  <a:tcPr/>
                </a:tc>
                <a:tc>
                  <a:txBody>
                    <a:bodyPr/>
                    <a:lstStyle/>
                    <a:p>
                      <a:pPr fontAlgn="t"/>
                      <a:endParaRPr lang="en-US" sz="2400" b="1">
                        <a:effectLst/>
                        <a:latin typeface="Rockwell"/>
                      </a:endParaRPr>
                    </a:p>
                    <a:p>
                      <a:pPr algn="ctr" rtl="0" fontAlgn="base"/>
                      <a:r>
                        <a:rPr lang="en-US" sz="1400" b="1">
                          <a:effectLst/>
                          <a:latin typeface="Rockwell"/>
                        </a:rPr>
                        <a:t>KAH </a:t>
                      </a:r>
                    </a:p>
                  </a:txBody>
                  <a:tcPr/>
                </a:tc>
                <a:tc>
                  <a:txBody>
                    <a:bodyPr/>
                    <a:lstStyle/>
                    <a:p>
                      <a:pPr fontAlgn="t"/>
                      <a:endParaRPr lang="en-US" sz="2400" b="1">
                        <a:effectLst/>
                        <a:latin typeface="Rockwell"/>
                      </a:endParaRPr>
                    </a:p>
                    <a:p>
                      <a:pPr algn="ctr" rtl="0" fontAlgn="base"/>
                      <a:r>
                        <a:rPr lang="en-US" sz="1400" b="1">
                          <a:effectLst/>
                          <a:latin typeface="Rockwell"/>
                        </a:rPr>
                        <a:t>SHA </a:t>
                      </a:r>
                    </a:p>
                  </a:txBody>
                  <a:tcPr/>
                </a:tc>
                <a:tc>
                  <a:txBody>
                    <a:bodyPr/>
                    <a:lstStyle/>
                    <a:p>
                      <a:pPr fontAlgn="t"/>
                      <a:endParaRPr lang="en-US" sz="2400" b="1">
                        <a:effectLst/>
                        <a:latin typeface="Rockwell"/>
                      </a:endParaRPr>
                    </a:p>
                    <a:p>
                      <a:pPr algn="ctr" rtl="0" fontAlgn="base"/>
                      <a:r>
                        <a:rPr lang="en-US" sz="1400" b="1">
                          <a:effectLst/>
                          <a:latin typeface="Rockwell"/>
                        </a:rPr>
                        <a:t>FAH </a:t>
                      </a:r>
                    </a:p>
                  </a:txBody>
                  <a:tcPr/>
                </a:tc>
                <a:tc>
                  <a:txBody>
                    <a:bodyPr/>
                    <a:lstStyle/>
                    <a:p>
                      <a:pPr fontAlgn="t"/>
                      <a:endParaRPr lang="en-US" sz="2400" b="1">
                        <a:effectLst/>
                        <a:latin typeface="Rockwell"/>
                      </a:endParaRPr>
                    </a:p>
                    <a:p>
                      <a:pPr algn="ctr" rtl="0" fontAlgn="base"/>
                      <a:r>
                        <a:rPr lang="en-US" sz="1400" b="1">
                          <a:effectLst/>
                          <a:latin typeface="Rockwell"/>
                        </a:rPr>
                        <a:t>RAH </a:t>
                      </a:r>
                    </a:p>
                  </a:txBody>
                  <a:tcPr/>
                </a:tc>
                <a:extLst>
                  <a:ext uri="{0D108BD9-81ED-4DB2-BD59-A6C34878D82A}">
                    <a16:rowId xmlns:a16="http://schemas.microsoft.com/office/drawing/2014/main" val="597074212"/>
                  </a:ext>
                </a:extLst>
              </a:tr>
              <a:tr h="758584">
                <a:tc>
                  <a:txBody>
                    <a:bodyPr/>
                    <a:lstStyle/>
                    <a:p>
                      <a:pPr fontAlgn="t"/>
                      <a:endParaRPr lang="en-US" sz="2400" b="1">
                        <a:effectLst/>
                        <a:latin typeface="Rockwell"/>
                      </a:endParaRPr>
                    </a:p>
                    <a:p>
                      <a:pPr algn="ctr" rtl="0" fontAlgn="base"/>
                      <a:r>
                        <a:rPr lang="en-US" sz="1400" b="1">
                          <a:effectLst/>
                          <a:latin typeface="Rockwell"/>
                        </a:rPr>
                        <a:t>WAH </a:t>
                      </a:r>
                    </a:p>
                  </a:txBody>
                  <a:tcPr/>
                </a:tc>
                <a:tc>
                  <a:txBody>
                    <a:bodyPr/>
                    <a:lstStyle/>
                    <a:p>
                      <a:pPr fontAlgn="t"/>
                      <a:endParaRPr lang="en-US" sz="2400" b="1">
                        <a:effectLst/>
                        <a:latin typeface="Rockwell"/>
                      </a:endParaRPr>
                    </a:p>
                    <a:p>
                      <a:pPr algn="ctr" rtl="0" fontAlgn="base"/>
                      <a:r>
                        <a:rPr lang="en-US" sz="1400" b="1">
                          <a:effectLst/>
                          <a:latin typeface="Rockwell"/>
                        </a:rPr>
                        <a:t>KAH </a:t>
                      </a:r>
                    </a:p>
                  </a:txBody>
                  <a:tcPr/>
                </a:tc>
                <a:tc>
                  <a:txBody>
                    <a:bodyPr/>
                    <a:lstStyle/>
                    <a:p>
                      <a:pPr fontAlgn="t"/>
                      <a:endParaRPr lang="en-US" sz="2400" b="1">
                        <a:effectLst/>
                        <a:latin typeface="Rockwell"/>
                      </a:endParaRPr>
                    </a:p>
                    <a:p>
                      <a:pPr algn="ctr" rtl="0" fontAlgn="base"/>
                      <a:r>
                        <a:rPr lang="en-US" sz="1400" b="1">
                          <a:effectLst/>
                          <a:latin typeface="Rockwell"/>
                        </a:rPr>
                        <a:t>SHA </a:t>
                      </a:r>
                    </a:p>
                  </a:txBody>
                  <a:tcPr/>
                </a:tc>
                <a:tc>
                  <a:txBody>
                    <a:bodyPr/>
                    <a:lstStyle/>
                    <a:p>
                      <a:pPr fontAlgn="t"/>
                      <a:endParaRPr lang="en-US" sz="2400" b="1">
                        <a:effectLst/>
                        <a:latin typeface="Rockwell"/>
                      </a:endParaRPr>
                    </a:p>
                    <a:p>
                      <a:pPr algn="ctr" rtl="0" fontAlgn="base"/>
                      <a:r>
                        <a:rPr lang="en-US" sz="1400" b="1">
                          <a:effectLst/>
                          <a:latin typeface="Rockwell"/>
                        </a:rPr>
                        <a:t>FAH </a:t>
                      </a:r>
                    </a:p>
                  </a:txBody>
                  <a:tcPr/>
                </a:tc>
                <a:tc>
                  <a:txBody>
                    <a:bodyPr/>
                    <a:lstStyle/>
                    <a:p>
                      <a:pPr fontAlgn="t"/>
                      <a:endParaRPr lang="en-US" sz="2400" b="1">
                        <a:effectLst/>
                        <a:latin typeface="Rockwell"/>
                      </a:endParaRPr>
                    </a:p>
                    <a:p>
                      <a:pPr algn="ctr" rtl="0" fontAlgn="base"/>
                      <a:r>
                        <a:rPr lang="en-US" sz="1400" b="1">
                          <a:effectLst/>
                          <a:latin typeface="Rockwell"/>
                        </a:rPr>
                        <a:t>RAH </a:t>
                      </a:r>
                    </a:p>
                  </a:txBody>
                  <a:tcPr/>
                </a:tc>
                <a:extLst>
                  <a:ext uri="{0D108BD9-81ED-4DB2-BD59-A6C34878D82A}">
                    <a16:rowId xmlns:a16="http://schemas.microsoft.com/office/drawing/2014/main" val="515774627"/>
                  </a:ext>
                </a:extLst>
              </a:tr>
              <a:tr h="758584">
                <a:tc>
                  <a:txBody>
                    <a:bodyPr/>
                    <a:lstStyle/>
                    <a:p>
                      <a:pPr fontAlgn="t"/>
                      <a:endParaRPr lang="en-US" sz="2400" b="1">
                        <a:effectLst/>
                        <a:latin typeface="Rockwell"/>
                      </a:endParaRPr>
                    </a:p>
                    <a:p>
                      <a:pPr algn="ctr" rtl="0" fontAlgn="base"/>
                      <a:r>
                        <a:rPr lang="en-US" sz="1400" b="1">
                          <a:effectLst/>
                          <a:latin typeface="Rockwell"/>
                        </a:rPr>
                        <a:t>BAH </a:t>
                      </a:r>
                    </a:p>
                  </a:txBody>
                  <a:tcPr/>
                </a:tc>
                <a:tc>
                  <a:txBody>
                    <a:bodyPr/>
                    <a:lstStyle/>
                    <a:p>
                      <a:pPr fontAlgn="t"/>
                      <a:endParaRPr lang="en-US" sz="2400" b="1">
                        <a:effectLst/>
                        <a:latin typeface="Rockwell"/>
                      </a:endParaRPr>
                    </a:p>
                    <a:p>
                      <a:pPr algn="ctr" rtl="0" fontAlgn="base"/>
                      <a:r>
                        <a:rPr lang="en-US" sz="1400" b="1">
                          <a:effectLst/>
                          <a:latin typeface="Rockwell"/>
                        </a:rPr>
                        <a:t>KAH </a:t>
                      </a:r>
                    </a:p>
                  </a:txBody>
                  <a:tcPr/>
                </a:tc>
                <a:tc>
                  <a:txBody>
                    <a:bodyPr/>
                    <a:lstStyle/>
                    <a:p>
                      <a:pPr fontAlgn="t"/>
                      <a:endParaRPr lang="en-US" sz="2400" b="1">
                        <a:effectLst/>
                        <a:latin typeface="Rockwell"/>
                      </a:endParaRPr>
                    </a:p>
                    <a:p>
                      <a:pPr algn="ctr" rtl="0" fontAlgn="base"/>
                      <a:r>
                        <a:rPr lang="en-US" sz="1400" b="1">
                          <a:effectLst/>
                          <a:latin typeface="Rockwell"/>
                        </a:rPr>
                        <a:t>SHA </a:t>
                      </a:r>
                    </a:p>
                  </a:txBody>
                  <a:tcPr/>
                </a:tc>
                <a:tc>
                  <a:txBody>
                    <a:bodyPr/>
                    <a:lstStyle/>
                    <a:p>
                      <a:pPr fontAlgn="t"/>
                      <a:endParaRPr lang="en-US" sz="2400" b="1">
                        <a:effectLst/>
                        <a:latin typeface="Rockwell"/>
                      </a:endParaRPr>
                    </a:p>
                    <a:p>
                      <a:pPr algn="ctr" rtl="0" fontAlgn="base"/>
                      <a:r>
                        <a:rPr lang="en-US" sz="1400" b="1">
                          <a:effectLst/>
                          <a:latin typeface="Rockwell"/>
                        </a:rPr>
                        <a:t>FAH </a:t>
                      </a:r>
                    </a:p>
                  </a:txBody>
                  <a:tcPr/>
                </a:tc>
                <a:tc>
                  <a:txBody>
                    <a:bodyPr/>
                    <a:lstStyle/>
                    <a:p>
                      <a:pPr fontAlgn="t"/>
                      <a:endParaRPr lang="en-US" sz="2400" b="1">
                        <a:effectLst/>
                        <a:latin typeface="Rockwell"/>
                      </a:endParaRPr>
                    </a:p>
                    <a:p>
                      <a:pPr algn="ctr" rtl="0" fontAlgn="base"/>
                      <a:r>
                        <a:rPr lang="en-US" sz="1400" b="1">
                          <a:effectLst/>
                          <a:latin typeface="Rockwell"/>
                        </a:rPr>
                        <a:t>RAH </a:t>
                      </a:r>
                    </a:p>
                  </a:txBody>
                  <a:tcPr/>
                </a:tc>
                <a:extLst>
                  <a:ext uri="{0D108BD9-81ED-4DB2-BD59-A6C34878D82A}">
                    <a16:rowId xmlns:a16="http://schemas.microsoft.com/office/drawing/2014/main" val="2408134746"/>
                  </a:ext>
                </a:extLst>
              </a:tr>
              <a:tr h="758584">
                <a:tc>
                  <a:txBody>
                    <a:bodyPr/>
                    <a:lstStyle/>
                    <a:p>
                      <a:pPr fontAlgn="t"/>
                      <a:endParaRPr lang="en-US" sz="2400" b="1">
                        <a:effectLst/>
                        <a:latin typeface="Rockwell"/>
                      </a:endParaRPr>
                    </a:p>
                    <a:p>
                      <a:pPr algn="ctr" rtl="0" fontAlgn="base"/>
                      <a:r>
                        <a:rPr lang="en-US" sz="1400" b="1">
                          <a:effectLst/>
                          <a:latin typeface="Rockwell"/>
                        </a:rPr>
                        <a:t>DAH </a:t>
                      </a:r>
                    </a:p>
                  </a:txBody>
                  <a:tcPr/>
                </a:tc>
                <a:tc>
                  <a:txBody>
                    <a:bodyPr/>
                    <a:lstStyle/>
                    <a:p>
                      <a:pPr fontAlgn="t"/>
                      <a:endParaRPr lang="en-US" sz="2400" b="1">
                        <a:effectLst/>
                        <a:latin typeface="Rockwell"/>
                      </a:endParaRPr>
                    </a:p>
                    <a:p>
                      <a:pPr algn="ctr" rtl="0" fontAlgn="base"/>
                      <a:r>
                        <a:rPr lang="en-US" sz="1400" b="1">
                          <a:effectLst/>
                          <a:latin typeface="Rockwell"/>
                        </a:rPr>
                        <a:t>KAH </a:t>
                      </a:r>
                    </a:p>
                  </a:txBody>
                  <a:tcPr/>
                </a:tc>
                <a:tc>
                  <a:txBody>
                    <a:bodyPr/>
                    <a:lstStyle/>
                    <a:p>
                      <a:pPr fontAlgn="t"/>
                      <a:endParaRPr lang="en-US" sz="2400" b="1">
                        <a:effectLst/>
                        <a:latin typeface="Rockwell"/>
                      </a:endParaRPr>
                    </a:p>
                    <a:p>
                      <a:pPr algn="ctr" rtl="0" fontAlgn="base"/>
                      <a:r>
                        <a:rPr lang="en-US" sz="1400" b="1">
                          <a:effectLst/>
                          <a:latin typeface="Rockwell"/>
                        </a:rPr>
                        <a:t>SHA </a:t>
                      </a:r>
                    </a:p>
                  </a:txBody>
                  <a:tcPr/>
                </a:tc>
                <a:tc>
                  <a:txBody>
                    <a:bodyPr/>
                    <a:lstStyle/>
                    <a:p>
                      <a:pPr fontAlgn="t"/>
                      <a:endParaRPr lang="en-US" sz="2400" b="1">
                        <a:effectLst/>
                        <a:latin typeface="Rockwell"/>
                      </a:endParaRPr>
                    </a:p>
                    <a:p>
                      <a:pPr algn="ctr" rtl="0" fontAlgn="base"/>
                      <a:r>
                        <a:rPr lang="en-US" sz="1400" b="1">
                          <a:effectLst/>
                          <a:latin typeface="Rockwell"/>
                        </a:rPr>
                        <a:t>FAH </a:t>
                      </a:r>
                    </a:p>
                  </a:txBody>
                  <a:tcPr/>
                </a:tc>
                <a:tc>
                  <a:txBody>
                    <a:bodyPr/>
                    <a:lstStyle/>
                    <a:p>
                      <a:pPr fontAlgn="t"/>
                      <a:endParaRPr lang="en-US" sz="2400" b="1">
                        <a:effectLst/>
                        <a:latin typeface="Rockwell"/>
                      </a:endParaRPr>
                    </a:p>
                    <a:p>
                      <a:pPr algn="ctr" rtl="0" fontAlgn="base"/>
                      <a:r>
                        <a:rPr lang="en-US" sz="1400" b="1">
                          <a:effectLst/>
                          <a:latin typeface="Rockwell"/>
                        </a:rPr>
                        <a:t>RAH </a:t>
                      </a:r>
                    </a:p>
                  </a:txBody>
                  <a:tcPr/>
                </a:tc>
                <a:extLst>
                  <a:ext uri="{0D108BD9-81ED-4DB2-BD59-A6C34878D82A}">
                    <a16:rowId xmlns:a16="http://schemas.microsoft.com/office/drawing/2014/main" val="1689058485"/>
                  </a:ext>
                </a:extLst>
              </a:tr>
            </a:tbl>
          </a:graphicData>
        </a:graphic>
      </p:graphicFrame>
      <p:sp>
        <p:nvSpPr>
          <p:cNvPr id="9" name="TextBox 8">
            <a:extLst>
              <a:ext uri="{FF2B5EF4-FFF2-40B4-BE49-F238E27FC236}">
                <a16:creationId xmlns:a16="http://schemas.microsoft.com/office/drawing/2014/main" id="{8A1E9570-2876-08AC-7B88-0DBF7C4FABA8}"/>
              </a:ext>
            </a:extLst>
          </p:cNvPr>
          <p:cNvSpPr txBox="1"/>
          <p:nvPr/>
        </p:nvSpPr>
        <p:spPr>
          <a:xfrm>
            <a:off x="3896140" y="925444"/>
            <a:ext cx="700598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Rockwell"/>
                <a:cs typeface="Segoe UI"/>
              </a:rPr>
              <a:t>Practice loosening your jaw with the following syllables:</a:t>
            </a:r>
            <a:r>
              <a:rPr lang="en-US" b="1">
                <a:latin typeface="Rockwell"/>
                <a:ea typeface="Calibri"/>
                <a:cs typeface="Calibri"/>
              </a:rPr>
              <a:t> </a:t>
            </a:r>
          </a:p>
          <a:p>
            <a:endParaRPr lang="en-US" b="1">
              <a:latin typeface="Rockwell"/>
              <a:ea typeface="Calibri"/>
              <a:cs typeface="Calibri"/>
            </a:endParaRPr>
          </a:p>
          <a:p>
            <a:endParaRPr lang="en-US" b="1">
              <a:latin typeface="Rockwell"/>
              <a:cs typeface="Segoe UI"/>
            </a:endParaRPr>
          </a:p>
        </p:txBody>
      </p:sp>
    </p:spTree>
    <p:extLst>
      <p:ext uri="{BB962C8B-B14F-4D97-AF65-F5344CB8AC3E}">
        <p14:creationId xmlns:p14="http://schemas.microsoft.com/office/powerpoint/2010/main" val="586622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3DD3-C27C-457D-ADDD-066D01CB95CA}"/>
              </a:ext>
            </a:extLst>
          </p:cNvPr>
          <p:cNvSpPr>
            <a:spLocks noGrp="1"/>
          </p:cNvSpPr>
          <p:nvPr>
            <p:ph type="title"/>
          </p:nvPr>
        </p:nvSpPr>
        <p:spPr>
          <a:xfrm>
            <a:off x="1096766" y="244867"/>
            <a:ext cx="9875520" cy="1356360"/>
          </a:xfrm>
        </p:spPr>
        <p:txBody>
          <a:bodyPr/>
          <a:lstStyle/>
          <a:p>
            <a:r>
              <a:rPr lang="en-US">
                <a:latin typeface="Rockwell"/>
              </a:rPr>
              <a:t>BREATHING EXERCISES</a:t>
            </a:r>
            <a:endParaRPr lang="en-US"/>
          </a:p>
        </p:txBody>
      </p:sp>
      <p:graphicFrame>
        <p:nvGraphicFramePr>
          <p:cNvPr id="6" name="Table 5">
            <a:extLst>
              <a:ext uri="{FF2B5EF4-FFF2-40B4-BE49-F238E27FC236}">
                <a16:creationId xmlns:a16="http://schemas.microsoft.com/office/drawing/2014/main" id="{380CF3D0-13AE-5973-7399-8C6DD8FACB14}"/>
              </a:ext>
            </a:extLst>
          </p:cNvPr>
          <p:cNvGraphicFramePr>
            <a:graphicFrameLocks noGrp="1"/>
          </p:cNvGraphicFramePr>
          <p:nvPr>
            <p:extLst>
              <p:ext uri="{D42A27DB-BD31-4B8C-83A1-F6EECF244321}">
                <p14:modId xmlns:p14="http://schemas.microsoft.com/office/powerpoint/2010/main" val="2667601064"/>
              </p:ext>
            </p:extLst>
          </p:nvPr>
        </p:nvGraphicFramePr>
        <p:xfrm>
          <a:off x="1096766" y="1335156"/>
          <a:ext cx="9171368" cy="4838148"/>
        </p:xfrm>
        <a:graphic>
          <a:graphicData uri="http://schemas.openxmlformats.org/drawingml/2006/table">
            <a:tbl>
              <a:tblPr firstRow="1" bandRow="1">
                <a:tableStyleId>{5C22544A-7EE6-4342-B048-85BDC9FD1C3A}</a:tableStyleId>
              </a:tblPr>
              <a:tblGrid>
                <a:gridCol w="4585684">
                  <a:extLst>
                    <a:ext uri="{9D8B030D-6E8A-4147-A177-3AD203B41FA5}">
                      <a16:colId xmlns:a16="http://schemas.microsoft.com/office/drawing/2014/main" val="1894264092"/>
                    </a:ext>
                  </a:extLst>
                </a:gridCol>
                <a:gridCol w="4585684">
                  <a:extLst>
                    <a:ext uri="{9D8B030D-6E8A-4147-A177-3AD203B41FA5}">
                      <a16:colId xmlns:a16="http://schemas.microsoft.com/office/drawing/2014/main" val="1638988319"/>
                    </a:ext>
                  </a:extLst>
                </a:gridCol>
              </a:tblGrid>
              <a:tr h="537572">
                <a:tc>
                  <a:txBody>
                    <a:bodyPr/>
                    <a:lstStyle/>
                    <a:p>
                      <a:pPr fontAlgn="t"/>
                      <a:endParaRPr lang="en-US" sz="1400" b="1">
                        <a:solidFill>
                          <a:schemeClr val="bg1"/>
                        </a:solidFill>
                        <a:effectLst/>
                        <a:latin typeface="Rockwell"/>
                      </a:endParaRPr>
                    </a:p>
                    <a:p>
                      <a:pPr rtl="0" fontAlgn="base"/>
                      <a:r>
                        <a:rPr lang="en-US" sz="1400" b="1">
                          <a:solidFill>
                            <a:schemeClr val="bg1"/>
                          </a:solidFill>
                          <a:effectLst/>
                          <a:latin typeface="Rockwell"/>
                        </a:rPr>
                        <a:t>Collecting and projecting, </a:t>
                      </a:r>
                    </a:p>
                  </a:txBody>
                  <a:tcPr>
                    <a:solidFill>
                      <a:schemeClr val="accent3">
                        <a:lumMod val="75000"/>
                      </a:schemeClr>
                    </a:solidFill>
                  </a:tcPr>
                </a:tc>
                <a:tc>
                  <a:txBody>
                    <a:bodyPr/>
                    <a:lstStyle/>
                    <a:p>
                      <a:pPr algn="ctr" fontAlgn="t"/>
                      <a:endParaRPr lang="en-US" sz="1400" b="1">
                        <a:solidFill>
                          <a:schemeClr val="bg1"/>
                        </a:solidFill>
                        <a:effectLst/>
                        <a:latin typeface="Rockwell"/>
                      </a:endParaRPr>
                    </a:p>
                    <a:p>
                      <a:pPr rtl="0" fontAlgn="base"/>
                      <a:r>
                        <a:rPr lang="en-US" sz="1400" b="1">
                          <a:solidFill>
                            <a:schemeClr val="bg1"/>
                          </a:solidFill>
                          <a:effectLst/>
                          <a:latin typeface="Rockwell"/>
                        </a:rPr>
                        <a:t>And rattling and battling, </a:t>
                      </a:r>
                    </a:p>
                  </a:txBody>
                  <a:tcPr>
                    <a:solidFill>
                      <a:schemeClr val="accent3">
                        <a:lumMod val="75000"/>
                      </a:schemeClr>
                    </a:solidFill>
                  </a:tcPr>
                </a:tc>
                <a:extLst>
                  <a:ext uri="{0D108BD9-81ED-4DB2-BD59-A6C34878D82A}">
                    <a16:rowId xmlns:a16="http://schemas.microsoft.com/office/drawing/2014/main" val="2776293845"/>
                  </a:ext>
                </a:extLst>
              </a:tr>
              <a:tr h="537572">
                <a:tc>
                  <a:txBody>
                    <a:bodyPr/>
                    <a:lstStyle/>
                    <a:p>
                      <a:pPr fontAlgn="t"/>
                      <a:endParaRPr lang="en-US" sz="1400" b="1">
                        <a:solidFill>
                          <a:schemeClr val="bg1"/>
                        </a:solidFill>
                        <a:effectLst/>
                        <a:latin typeface="Rockwell"/>
                      </a:endParaRPr>
                    </a:p>
                    <a:p>
                      <a:pPr rtl="0" fontAlgn="base"/>
                      <a:r>
                        <a:rPr lang="en-US" sz="1400" b="1">
                          <a:solidFill>
                            <a:schemeClr val="bg1"/>
                          </a:solidFill>
                          <a:effectLst/>
                          <a:latin typeface="Rockwell"/>
                        </a:rPr>
                        <a:t>Receding and speeding, </a:t>
                      </a:r>
                    </a:p>
                  </a:txBody>
                  <a:tcPr>
                    <a:solidFill>
                      <a:schemeClr val="accent3">
                        <a:lumMod val="75000"/>
                      </a:schemeClr>
                    </a:solidFill>
                  </a:tcPr>
                </a:tc>
                <a:tc>
                  <a:txBody>
                    <a:bodyPr/>
                    <a:lstStyle/>
                    <a:p>
                      <a:pPr fontAlgn="t"/>
                      <a:endParaRPr lang="en-US" sz="1400" b="1">
                        <a:solidFill>
                          <a:schemeClr val="bg1"/>
                        </a:solidFill>
                        <a:effectLst/>
                        <a:latin typeface="Rockwell"/>
                      </a:endParaRPr>
                    </a:p>
                    <a:p>
                      <a:pPr rtl="0" fontAlgn="base"/>
                      <a:r>
                        <a:rPr lang="en-US" sz="1400" b="1">
                          <a:solidFill>
                            <a:schemeClr val="bg1"/>
                          </a:solidFill>
                          <a:effectLst/>
                          <a:latin typeface="Rockwell"/>
                        </a:rPr>
                        <a:t>And shaking and quaking, </a:t>
                      </a:r>
                    </a:p>
                  </a:txBody>
                  <a:tcPr>
                    <a:solidFill>
                      <a:schemeClr val="accent3">
                        <a:lumMod val="75000"/>
                      </a:schemeClr>
                    </a:solidFill>
                  </a:tcPr>
                </a:tc>
                <a:extLst>
                  <a:ext uri="{0D108BD9-81ED-4DB2-BD59-A6C34878D82A}">
                    <a16:rowId xmlns:a16="http://schemas.microsoft.com/office/drawing/2014/main" val="4012256200"/>
                  </a:ext>
                </a:extLst>
              </a:tr>
              <a:tr h="537572">
                <a:tc>
                  <a:txBody>
                    <a:bodyPr/>
                    <a:lstStyle/>
                    <a:p>
                      <a:pPr fontAlgn="t"/>
                      <a:endParaRPr lang="en-US" sz="1400" b="1">
                        <a:solidFill>
                          <a:schemeClr val="bg1"/>
                        </a:solidFill>
                        <a:effectLst/>
                        <a:latin typeface="Rockwell"/>
                      </a:endParaRPr>
                    </a:p>
                    <a:p>
                      <a:pPr rtl="0" fontAlgn="base"/>
                      <a:r>
                        <a:rPr lang="en-US" sz="1400" b="1">
                          <a:solidFill>
                            <a:schemeClr val="bg1"/>
                          </a:solidFill>
                          <a:effectLst/>
                          <a:latin typeface="Rockwell"/>
                        </a:rPr>
                        <a:t>And shocking and rocking, </a:t>
                      </a:r>
                    </a:p>
                  </a:txBody>
                  <a:tcPr>
                    <a:solidFill>
                      <a:schemeClr val="accent3">
                        <a:lumMod val="75000"/>
                      </a:schemeClr>
                    </a:solidFill>
                  </a:tcPr>
                </a:tc>
                <a:tc>
                  <a:txBody>
                    <a:bodyPr/>
                    <a:lstStyle/>
                    <a:p>
                      <a:pPr fontAlgn="t"/>
                      <a:endParaRPr lang="en-US" sz="1400" b="1">
                        <a:solidFill>
                          <a:schemeClr val="bg1"/>
                        </a:solidFill>
                        <a:effectLst/>
                        <a:latin typeface="Rockwell"/>
                      </a:endParaRPr>
                    </a:p>
                    <a:p>
                      <a:pPr rtl="0" fontAlgn="base"/>
                      <a:r>
                        <a:rPr lang="en-US" sz="1400" b="1">
                          <a:solidFill>
                            <a:schemeClr val="bg1"/>
                          </a:solidFill>
                          <a:effectLst/>
                          <a:latin typeface="Rockwell"/>
                        </a:rPr>
                        <a:t>And pouring and roaring,  </a:t>
                      </a:r>
                    </a:p>
                  </a:txBody>
                  <a:tcPr>
                    <a:solidFill>
                      <a:schemeClr val="accent3">
                        <a:lumMod val="75000"/>
                      </a:schemeClr>
                    </a:solidFill>
                  </a:tcPr>
                </a:tc>
                <a:extLst>
                  <a:ext uri="{0D108BD9-81ED-4DB2-BD59-A6C34878D82A}">
                    <a16:rowId xmlns:a16="http://schemas.microsoft.com/office/drawing/2014/main" val="1337799691"/>
                  </a:ext>
                </a:extLst>
              </a:tr>
              <a:tr h="537572">
                <a:tc>
                  <a:txBody>
                    <a:bodyPr/>
                    <a:lstStyle/>
                    <a:p>
                      <a:pPr fontAlgn="t"/>
                      <a:endParaRPr lang="en-US" sz="1400" b="1" dirty="0">
                        <a:solidFill>
                          <a:schemeClr val="bg1"/>
                        </a:solidFill>
                        <a:effectLst/>
                        <a:latin typeface="Rockwell"/>
                      </a:endParaRPr>
                    </a:p>
                    <a:p>
                      <a:pPr rtl="0" fontAlgn="base"/>
                      <a:r>
                        <a:rPr lang="en-US" sz="1400" b="1" dirty="0">
                          <a:solidFill>
                            <a:schemeClr val="bg1"/>
                          </a:solidFill>
                          <a:effectLst/>
                          <a:latin typeface="Rockwell"/>
                        </a:rPr>
                        <a:t>And darting and parting,  </a:t>
                      </a:r>
                    </a:p>
                  </a:txBody>
                  <a:tcPr>
                    <a:solidFill>
                      <a:schemeClr val="accent3">
                        <a:lumMod val="75000"/>
                      </a:schemeClr>
                    </a:solidFill>
                  </a:tcPr>
                </a:tc>
                <a:tc>
                  <a:txBody>
                    <a:bodyPr/>
                    <a:lstStyle/>
                    <a:p>
                      <a:pPr fontAlgn="t"/>
                      <a:endParaRPr lang="en-US" sz="1400" b="1">
                        <a:solidFill>
                          <a:schemeClr val="bg1"/>
                        </a:solidFill>
                        <a:effectLst/>
                        <a:latin typeface="Rockwell"/>
                      </a:endParaRPr>
                    </a:p>
                    <a:p>
                      <a:pPr rtl="0" fontAlgn="base"/>
                      <a:r>
                        <a:rPr lang="en-US" sz="1400" b="1">
                          <a:solidFill>
                            <a:schemeClr val="bg1"/>
                          </a:solidFill>
                          <a:effectLst/>
                          <a:latin typeface="Rockwell"/>
                        </a:rPr>
                        <a:t>And waving and raving, </a:t>
                      </a:r>
                    </a:p>
                  </a:txBody>
                  <a:tcPr>
                    <a:solidFill>
                      <a:schemeClr val="accent3">
                        <a:lumMod val="75000"/>
                      </a:schemeClr>
                    </a:solidFill>
                  </a:tcPr>
                </a:tc>
                <a:extLst>
                  <a:ext uri="{0D108BD9-81ED-4DB2-BD59-A6C34878D82A}">
                    <a16:rowId xmlns:a16="http://schemas.microsoft.com/office/drawing/2014/main" val="2878707580"/>
                  </a:ext>
                </a:extLst>
              </a:tr>
              <a:tr h="537572">
                <a:tc>
                  <a:txBody>
                    <a:bodyPr/>
                    <a:lstStyle/>
                    <a:p>
                      <a:pPr fontAlgn="t"/>
                      <a:endParaRPr lang="en-US" sz="1400" b="1">
                        <a:solidFill>
                          <a:schemeClr val="bg1"/>
                        </a:solidFill>
                        <a:effectLst/>
                        <a:latin typeface="Rockwell"/>
                      </a:endParaRPr>
                    </a:p>
                    <a:p>
                      <a:pPr rtl="0" fontAlgn="base"/>
                      <a:r>
                        <a:rPr lang="en-US" sz="1400" b="1">
                          <a:solidFill>
                            <a:schemeClr val="bg1"/>
                          </a:solidFill>
                          <a:effectLst/>
                          <a:latin typeface="Rockwell"/>
                        </a:rPr>
                        <a:t>And treading and spreading,  </a:t>
                      </a:r>
                    </a:p>
                  </a:txBody>
                  <a:tcPr>
                    <a:solidFill>
                      <a:schemeClr val="accent3">
                        <a:lumMod val="75000"/>
                      </a:schemeClr>
                    </a:solidFill>
                  </a:tcPr>
                </a:tc>
                <a:tc>
                  <a:txBody>
                    <a:bodyPr/>
                    <a:lstStyle/>
                    <a:p>
                      <a:pPr fontAlgn="t"/>
                      <a:endParaRPr lang="en-US" sz="1400" b="1">
                        <a:solidFill>
                          <a:schemeClr val="bg1"/>
                        </a:solidFill>
                        <a:effectLst/>
                        <a:latin typeface="Rockwell"/>
                      </a:endParaRPr>
                    </a:p>
                    <a:p>
                      <a:pPr rtl="0" fontAlgn="base"/>
                      <a:r>
                        <a:rPr lang="en-US" sz="1400" b="1">
                          <a:solidFill>
                            <a:schemeClr val="bg1"/>
                          </a:solidFill>
                          <a:effectLst/>
                          <a:latin typeface="Rockwell"/>
                        </a:rPr>
                        <a:t>And flowing and going, </a:t>
                      </a:r>
                    </a:p>
                  </a:txBody>
                  <a:tcPr>
                    <a:solidFill>
                      <a:schemeClr val="accent3">
                        <a:lumMod val="75000"/>
                      </a:schemeClr>
                    </a:solidFill>
                  </a:tcPr>
                </a:tc>
                <a:extLst>
                  <a:ext uri="{0D108BD9-81ED-4DB2-BD59-A6C34878D82A}">
                    <a16:rowId xmlns:a16="http://schemas.microsoft.com/office/drawing/2014/main" val="3011611363"/>
                  </a:ext>
                </a:extLst>
              </a:tr>
              <a:tr h="537572">
                <a:tc>
                  <a:txBody>
                    <a:bodyPr/>
                    <a:lstStyle/>
                    <a:p>
                      <a:pPr fontAlgn="t"/>
                      <a:endParaRPr lang="en-US" sz="1400" b="1">
                        <a:solidFill>
                          <a:schemeClr val="bg1"/>
                        </a:solidFill>
                        <a:effectLst/>
                        <a:latin typeface="Rockwell"/>
                      </a:endParaRPr>
                    </a:p>
                    <a:p>
                      <a:pPr rtl="0" fontAlgn="base"/>
                      <a:r>
                        <a:rPr lang="en-US" sz="1400" b="1">
                          <a:solidFill>
                            <a:schemeClr val="bg1"/>
                          </a:solidFill>
                          <a:effectLst/>
                          <a:latin typeface="Rockwell"/>
                        </a:rPr>
                        <a:t>And whizzing and hissing,  </a:t>
                      </a:r>
                    </a:p>
                  </a:txBody>
                  <a:tcPr>
                    <a:solidFill>
                      <a:schemeClr val="accent3">
                        <a:lumMod val="75000"/>
                      </a:schemeClr>
                    </a:solidFill>
                  </a:tcPr>
                </a:tc>
                <a:tc>
                  <a:txBody>
                    <a:bodyPr/>
                    <a:lstStyle/>
                    <a:p>
                      <a:pPr fontAlgn="t"/>
                      <a:endParaRPr lang="en-US" sz="1400" b="1">
                        <a:solidFill>
                          <a:schemeClr val="bg1"/>
                        </a:solidFill>
                        <a:effectLst/>
                        <a:latin typeface="Rockwell"/>
                      </a:endParaRPr>
                    </a:p>
                    <a:p>
                      <a:pPr rtl="0" fontAlgn="base"/>
                      <a:r>
                        <a:rPr lang="en-US" sz="1400" b="1">
                          <a:solidFill>
                            <a:schemeClr val="bg1"/>
                          </a:solidFill>
                          <a:effectLst/>
                          <a:latin typeface="Rockwell"/>
                        </a:rPr>
                        <a:t>And heaving and cleaving, </a:t>
                      </a:r>
                    </a:p>
                  </a:txBody>
                  <a:tcPr>
                    <a:solidFill>
                      <a:schemeClr val="accent3">
                        <a:lumMod val="75000"/>
                      </a:schemeClr>
                    </a:solidFill>
                  </a:tcPr>
                </a:tc>
                <a:extLst>
                  <a:ext uri="{0D108BD9-81ED-4DB2-BD59-A6C34878D82A}">
                    <a16:rowId xmlns:a16="http://schemas.microsoft.com/office/drawing/2014/main" val="1285223340"/>
                  </a:ext>
                </a:extLst>
              </a:tr>
              <a:tr h="537572">
                <a:tc>
                  <a:txBody>
                    <a:bodyPr/>
                    <a:lstStyle/>
                    <a:p>
                      <a:pPr fontAlgn="t"/>
                      <a:endParaRPr lang="en-US" sz="1400" b="1">
                        <a:solidFill>
                          <a:schemeClr val="bg1"/>
                        </a:solidFill>
                        <a:effectLst/>
                        <a:latin typeface="Rockwell"/>
                      </a:endParaRPr>
                    </a:p>
                    <a:p>
                      <a:pPr rtl="0" fontAlgn="base"/>
                      <a:r>
                        <a:rPr lang="en-US" sz="1400" b="1">
                          <a:solidFill>
                            <a:schemeClr val="bg1"/>
                          </a:solidFill>
                          <a:effectLst/>
                          <a:latin typeface="Rockwell"/>
                        </a:rPr>
                        <a:t>And dripping and skipping, </a:t>
                      </a:r>
                    </a:p>
                  </a:txBody>
                  <a:tcPr>
                    <a:solidFill>
                      <a:schemeClr val="accent3">
                        <a:lumMod val="75000"/>
                      </a:schemeClr>
                    </a:solidFill>
                  </a:tcPr>
                </a:tc>
                <a:tc>
                  <a:txBody>
                    <a:bodyPr/>
                    <a:lstStyle/>
                    <a:p>
                      <a:pPr fontAlgn="t"/>
                      <a:endParaRPr lang="en-US" sz="1400" b="1">
                        <a:solidFill>
                          <a:schemeClr val="bg1"/>
                        </a:solidFill>
                        <a:effectLst/>
                        <a:latin typeface="Rockwell"/>
                      </a:endParaRPr>
                    </a:p>
                    <a:p>
                      <a:pPr rtl="0" fontAlgn="base"/>
                      <a:r>
                        <a:rPr lang="en-US" sz="1400" b="1">
                          <a:solidFill>
                            <a:schemeClr val="bg1"/>
                          </a:solidFill>
                          <a:effectLst/>
                          <a:latin typeface="Rockwell"/>
                        </a:rPr>
                        <a:t>And foaming and roaming, </a:t>
                      </a:r>
                    </a:p>
                  </a:txBody>
                  <a:tcPr>
                    <a:solidFill>
                      <a:schemeClr val="accent3">
                        <a:lumMod val="75000"/>
                      </a:schemeClr>
                    </a:solidFill>
                  </a:tcPr>
                </a:tc>
                <a:extLst>
                  <a:ext uri="{0D108BD9-81ED-4DB2-BD59-A6C34878D82A}">
                    <a16:rowId xmlns:a16="http://schemas.microsoft.com/office/drawing/2014/main" val="3511269742"/>
                  </a:ext>
                </a:extLst>
              </a:tr>
              <a:tr h="537572">
                <a:tc>
                  <a:txBody>
                    <a:bodyPr/>
                    <a:lstStyle/>
                    <a:p>
                      <a:pPr fontAlgn="t"/>
                      <a:endParaRPr lang="en-US" sz="1400" b="1">
                        <a:solidFill>
                          <a:schemeClr val="bg1"/>
                        </a:solidFill>
                        <a:effectLst/>
                        <a:latin typeface="Rockwell"/>
                      </a:endParaRPr>
                    </a:p>
                    <a:p>
                      <a:pPr rtl="0" fontAlgn="base"/>
                      <a:r>
                        <a:rPr lang="en-US" sz="1400" b="1">
                          <a:solidFill>
                            <a:schemeClr val="bg1"/>
                          </a:solidFill>
                          <a:effectLst/>
                          <a:latin typeface="Rockwell"/>
                        </a:rPr>
                        <a:t>And hitting and splitting, </a:t>
                      </a:r>
                    </a:p>
                  </a:txBody>
                  <a:tcPr>
                    <a:solidFill>
                      <a:schemeClr val="accent3">
                        <a:lumMod val="75000"/>
                      </a:schemeClr>
                    </a:solidFill>
                  </a:tcPr>
                </a:tc>
                <a:tc>
                  <a:txBody>
                    <a:bodyPr/>
                    <a:lstStyle/>
                    <a:p>
                      <a:pPr fontAlgn="t"/>
                      <a:endParaRPr lang="en-US" sz="1400" b="1">
                        <a:solidFill>
                          <a:schemeClr val="bg1"/>
                        </a:solidFill>
                        <a:effectLst/>
                        <a:latin typeface="Rockwell"/>
                      </a:endParaRPr>
                    </a:p>
                    <a:p>
                      <a:pPr rtl="0" fontAlgn="base"/>
                      <a:r>
                        <a:rPr lang="en-US" sz="1400" b="1">
                          <a:solidFill>
                            <a:schemeClr val="bg1"/>
                          </a:solidFill>
                          <a:effectLst/>
                          <a:latin typeface="Rockwell"/>
                        </a:rPr>
                        <a:t>And moaning and groaning,  </a:t>
                      </a:r>
                    </a:p>
                  </a:txBody>
                  <a:tcPr>
                    <a:solidFill>
                      <a:schemeClr val="accent3">
                        <a:lumMod val="75000"/>
                      </a:schemeClr>
                    </a:solidFill>
                  </a:tcPr>
                </a:tc>
                <a:extLst>
                  <a:ext uri="{0D108BD9-81ED-4DB2-BD59-A6C34878D82A}">
                    <a16:rowId xmlns:a16="http://schemas.microsoft.com/office/drawing/2014/main" val="4278599589"/>
                  </a:ext>
                </a:extLst>
              </a:tr>
              <a:tr h="537572">
                <a:tc>
                  <a:txBody>
                    <a:bodyPr/>
                    <a:lstStyle/>
                    <a:p>
                      <a:pPr fontAlgn="t"/>
                      <a:endParaRPr lang="en-US" sz="1400" b="1">
                        <a:solidFill>
                          <a:schemeClr val="bg1"/>
                        </a:solidFill>
                        <a:effectLst/>
                        <a:latin typeface="Rockwell"/>
                      </a:endParaRPr>
                    </a:p>
                    <a:p>
                      <a:pPr rtl="0" fontAlgn="base"/>
                      <a:r>
                        <a:rPr lang="en-US" sz="1400" b="1">
                          <a:solidFill>
                            <a:schemeClr val="bg1"/>
                          </a:solidFill>
                          <a:effectLst/>
                          <a:latin typeface="Rockwell"/>
                        </a:rPr>
                        <a:t>And shining and twining, </a:t>
                      </a:r>
                    </a:p>
                  </a:txBody>
                  <a:tcPr>
                    <a:solidFill>
                      <a:schemeClr val="accent3">
                        <a:lumMod val="75000"/>
                      </a:schemeClr>
                    </a:solidFill>
                  </a:tcPr>
                </a:tc>
                <a:tc>
                  <a:txBody>
                    <a:bodyPr/>
                    <a:lstStyle/>
                    <a:p>
                      <a:pPr fontAlgn="t"/>
                      <a:endParaRPr lang="en-US" sz="1400" b="1" dirty="0">
                        <a:solidFill>
                          <a:schemeClr val="bg1"/>
                        </a:solidFill>
                        <a:effectLst/>
                        <a:latin typeface="Rockwell"/>
                      </a:endParaRPr>
                    </a:p>
                    <a:p>
                      <a:pPr rtl="0" fontAlgn="base"/>
                      <a:r>
                        <a:rPr lang="en-US" sz="1400" b="1" dirty="0">
                          <a:solidFill>
                            <a:schemeClr val="bg1"/>
                          </a:solidFill>
                          <a:effectLst/>
                          <a:latin typeface="Rockwell"/>
                        </a:rPr>
                        <a:t>And dropping and hopping! </a:t>
                      </a:r>
                    </a:p>
                  </a:txBody>
                  <a:tcPr>
                    <a:solidFill>
                      <a:schemeClr val="accent3">
                        <a:lumMod val="75000"/>
                      </a:schemeClr>
                    </a:solidFill>
                  </a:tcPr>
                </a:tc>
                <a:extLst>
                  <a:ext uri="{0D108BD9-81ED-4DB2-BD59-A6C34878D82A}">
                    <a16:rowId xmlns:a16="http://schemas.microsoft.com/office/drawing/2014/main" val="1450565548"/>
                  </a:ext>
                </a:extLst>
              </a:tr>
            </a:tbl>
          </a:graphicData>
        </a:graphic>
      </p:graphicFrame>
      <p:pic>
        <p:nvPicPr>
          <p:cNvPr id="3" name="slow pace breathing exercises">
            <a:hlinkClick r:id="" action="ppaction://media"/>
            <a:extLst>
              <a:ext uri="{FF2B5EF4-FFF2-40B4-BE49-F238E27FC236}">
                <a16:creationId xmlns:a16="http://schemas.microsoft.com/office/drawing/2014/main" id="{7873191D-5AE4-0240-BF9E-51C9A333D7E6}"/>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8192260" y="684696"/>
            <a:ext cx="406400" cy="406400"/>
          </a:xfrm>
          <a:prstGeom prst="rect">
            <a:avLst/>
          </a:prstGeom>
        </p:spPr>
      </p:pic>
      <p:pic>
        <p:nvPicPr>
          <p:cNvPr id="4" name="fast pace breathing exercises">
            <a:hlinkClick r:id="" action="ppaction://media"/>
            <a:extLst>
              <a:ext uri="{FF2B5EF4-FFF2-40B4-BE49-F238E27FC236}">
                <a16:creationId xmlns:a16="http://schemas.microsoft.com/office/drawing/2014/main" id="{910D14B2-4F8C-A036-D869-D939863C0D5F}"/>
              </a:ext>
            </a:extLst>
          </p:cNvPr>
          <p:cNvPicPr>
            <a:picLocks noChangeAspect="1"/>
          </p:cNvPicPr>
          <p:nvPr>
            <a:audioFile r:link="rId4"/>
            <p:extLst>
              <p:ext uri="{DAA4B4D4-6D71-4841-9C94-3DE7FCFB9230}">
                <p14:media xmlns:p14="http://schemas.microsoft.com/office/powerpoint/2010/main" r:embed="rId3"/>
              </p:ext>
            </p:extLst>
          </p:nvPr>
        </p:nvPicPr>
        <p:blipFill>
          <a:blip r:embed="rId7"/>
          <a:stretch>
            <a:fillRect/>
          </a:stretch>
        </p:blipFill>
        <p:spPr>
          <a:xfrm>
            <a:off x="11601450" y="5776913"/>
            <a:ext cx="406400" cy="406400"/>
          </a:xfrm>
          <a:prstGeom prst="rect">
            <a:avLst/>
          </a:prstGeom>
        </p:spPr>
      </p:pic>
    </p:spTree>
    <p:extLst>
      <p:ext uri="{BB962C8B-B14F-4D97-AF65-F5344CB8AC3E}">
        <p14:creationId xmlns:p14="http://schemas.microsoft.com/office/powerpoint/2010/main" val="3082717215"/>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1104"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68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1" fill="hold" display="0">
                  <p:stCondLst>
                    <p:cond delay="indefinite"/>
                  </p:stCondLst>
                  <p:endCondLst>
                    <p:cond evt="onStopAudio" delay="0">
                      <p:tgtEl>
                        <p:sldTgt/>
                      </p:tgtEl>
                    </p:cond>
                  </p:endCondLst>
                </p:cTn>
                <p:tgtEl>
                  <p:spTgt spid="3"/>
                </p:tgtEl>
              </p:cMediaNode>
            </p:audio>
            <p:audio>
              <p:cMediaNode vol="80000">
                <p:cTn id="12" fill="hold" display="0">
                  <p:stCondLst>
                    <p:cond delay="indefinite"/>
                  </p:stCondLst>
                  <p:endCondLst>
                    <p:cond evt="onStopAudio" delay="0">
                      <p:tgtEl>
                        <p:sldTgt/>
                      </p:tgtEl>
                    </p:cond>
                  </p:endCondLst>
                </p:cTn>
                <p:tgtEl>
                  <p:spTgt spid="4"/>
                </p:tgtEl>
              </p:cMediaNode>
            </p:audio>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3DD3-C27C-457D-ADDD-066D01CB95CA}"/>
              </a:ext>
            </a:extLst>
          </p:cNvPr>
          <p:cNvSpPr>
            <a:spLocks noGrp="1"/>
          </p:cNvSpPr>
          <p:nvPr>
            <p:ph type="title"/>
          </p:nvPr>
        </p:nvSpPr>
        <p:spPr>
          <a:xfrm>
            <a:off x="2050047" y="585340"/>
            <a:ext cx="9875520" cy="1356360"/>
          </a:xfrm>
        </p:spPr>
        <p:txBody>
          <a:bodyPr/>
          <a:lstStyle/>
          <a:p>
            <a:r>
              <a:rPr lang="en-US">
                <a:latin typeface="Rockwell"/>
              </a:rPr>
              <a:t>ARTICULATION EXERCISES</a:t>
            </a:r>
            <a:endParaRPr lang="en-US"/>
          </a:p>
        </p:txBody>
      </p:sp>
      <p:sp>
        <p:nvSpPr>
          <p:cNvPr id="9" name="TextBox 8">
            <a:extLst>
              <a:ext uri="{FF2B5EF4-FFF2-40B4-BE49-F238E27FC236}">
                <a16:creationId xmlns:a16="http://schemas.microsoft.com/office/drawing/2014/main" id="{8A1E9570-2876-08AC-7B88-0DBF7C4FABA8}"/>
              </a:ext>
            </a:extLst>
          </p:cNvPr>
          <p:cNvSpPr txBox="1"/>
          <p:nvPr/>
        </p:nvSpPr>
        <p:spPr>
          <a:xfrm>
            <a:off x="2714488" y="1849346"/>
            <a:ext cx="6763024"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latin typeface="Rockwell"/>
                <a:ea typeface="Calibri"/>
                <a:cs typeface="Calibri"/>
              </a:rPr>
              <a:t>Say </a:t>
            </a:r>
            <a:r>
              <a:rPr lang="en-US" b="1">
                <a:latin typeface="Rockwell"/>
                <a:ea typeface="Calibri"/>
                <a:cs typeface="Calibri"/>
              </a:rPr>
              <a:t>the</a:t>
            </a:r>
            <a:r>
              <a:rPr lang="en-US" sz="1600" b="1">
                <a:latin typeface="Rockwell"/>
                <a:ea typeface="Calibri"/>
                <a:cs typeface="Calibri"/>
              </a:rPr>
              <a:t> following words while exaggerating your jaw opening:</a:t>
            </a:r>
          </a:p>
          <a:p>
            <a:endParaRPr lang="en-US" sz="1600" b="1">
              <a:latin typeface="Rockwell"/>
              <a:ea typeface="Calibri"/>
              <a:cs typeface="Calibri"/>
            </a:endParaRPr>
          </a:p>
          <a:p>
            <a:endParaRPr lang="en-US" sz="1600" b="1">
              <a:latin typeface="Rockwell"/>
              <a:cs typeface="Segoe UI"/>
            </a:endParaRPr>
          </a:p>
        </p:txBody>
      </p:sp>
      <p:graphicFrame>
        <p:nvGraphicFramePr>
          <p:cNvPr id="4" name="Table 3">
            <a:extLst>
              <a:ext uri="{FF2B5EF4-FFF2-40B4-BE49-F238E27FC236}">
                <a16:creationId xmlns:a16="http://schemas.microsoft.com/office/drawing/2014/main" id="{083D6C0E-858D-D111-84DF-AEFBC74A37A7}"/>
              </a:ext>
            </a:extLst>
          </p:cNvPr>
          <p:cNvGraphicFramePr>
            <a:graphicFrameLocks noGrp="1"/>
          </p:cNvGraphicFramePr>
          <p:nvPr>
            <p:extLst>
              <p:ext uri="{D42A27DB-BD31-4B8C-83A1-F6EECF244321}">
                <p14:modId xmlns:p14="http://schemas.microsoft.com/office/powerpoint/2010/main" val="764441502"/>
              </p:ext>
            </p:extLst>
          </p:nvPr>
        </p:nvGraphicFramePr>
        <p:xfrm>
          <a:off x="2003453" y="2675855"/>
          <a:ext cx="7820088" cy="3136908"/>
        </p:xfrm>
        <a:graphic>
          <a:graphicData uri="http://schemas.openxmlformats.org/drawingml/2006/table">
            <a:tbl>
              <a:tblPr firstRow="1" bandRow="1">
                <a:tableStyleId>{5C22544A-7EE6-4342-B048-85BDC9FD1C3A}</a:tableStyleId>
              </a:tblPr>
              <a:tblGrid>
                <a:gridCol w="2606696">
                  <a:extLst>
                    <a:ext uri="{9D8B030D-6E8A-4147-A177-3AD203B41FA5}">
                      <a16:colId xmlns:a16="http://schemas.microsoft.com/office/drawing/2014/main" val="532758315"/>
                    </a:ext>
                  </a:extLst>
                </a:gridCol>
                <a:gridCol w="2606696">
                  <a:extLst>
                    <a:ext uri="{9D8B030D-6E8A-4147-A177-3AD203B41FA5}">
                      <a16:colId xmlns:a16="http://schemas.microsoft.com/office/drawing/2014/main" val="4061040770"/>
                    </a:ext>
                  </a:extLst>
                </a:gridCol>
                <a:gridCol w="2606696">
                  <a:extLst>
                    <a:ext uri="{9D8B030D-6E8A-4147-A177-3AD203B41FA5}">
                      <a16:colId xmlns:a16="http://schemas.microsoft.com/office/drawing/2014/main" val="406588296"/>
                    </a:ext>
                  </a:extLst>
                </a:gridCol>
              </a:tblGrid>
              <a:tr h="784227">
                <a:tc>
                  <a:txBody>
                    <a:bodyPr/>
                    <a:lstStyle/>
                    <a:p>
                      <a:pPr fontAlgn="t"/>
                      <a:endParaRPr lang="en-US" sz="1800">
                        <a:effectLst/>
                        <a:latin typeface="Rockwell"/>
                      </a:endParaRPr>
                    </a:p>
                    <a:p>
                      <a:pPr algn="ctr" rtl="0" fontAlgn="base"/>
                      <a:r>
                        <a:rPr lang="en-US" sz="1800">
                          <a:effectLst/>
                          <a:latin typeface="Rockwell"/>
                        </a:rPr>
                        <a:t>Hack </a:t>
                      </a:r>
                    </a:p>
                  </a:txBody>
                  <a:tcPr/>
                </a:tc>
                <a:tc>
                  <a:txBody>
                    <a:bodyPr/>
                    <a:lstStyle/>
                    <a:p>
                      <a:pPr algn="ctr" fontAlgn="t"/>
                      <a:endParaRPr lang="en-US" sz="1800">
                        <a:effectLst/>
                        <a:latin typeface="Rockwell"/>
                      </a:endParaRPr>
                    </a:p>
                    <a:p>
                      <a:pPr algn="ctr" rtl="0" fontAlgn="base"/>
                      <a:r>
                        <a:rPr lang="en-US" sz="1800">
                          <a:effectLst/>
                          <a:latin typeface="Rockwell"/>
                        </a:rPr>
                        <a:t>Yacht </a:t>
                      </a:r>
                    </a:p>
                  </a:txBody>
                  <a:tcPr/>
                </a:tc>
                <a:tc>
                  <a:txBody>
                    <a:bodyPr/>
                    <a:lstStyle/>
                    <a:p>
                      <a:pPr algn="ctr" fontAlgn="t"/>
                      <a:endParaRPr lang="en-US" sz="1800">
                        <a:effectLst/>
                        <a:latin typeface="Rockwell"/>
                      </a:endParaRPr>
                    </a:p>
                    <a:p>
                      <a:pPr algn="ctr" rtl="0" fontAlgn="base"/>
                      <a:r>
                        <a:rPr lang="en-US" sz="1800">
                          <a:effectLst/>
                          <a:latin typeface="Rockwell"/>
                        </a:rPr>
                        <a:t>Dot </a:t>
                      </a:r>
                    </a:p>
                  </a:txBody>
                  <a:tcPr/>
                </a:tc>
                <a:extLst>
                  <a:ext uri="{0D108BD9-81ED-4DB2-BD59-A6C34878D82A}">
                    <a16:rowId xmlns:a16="http://schemas.microsoft.com/office/drawing/2014/main" val="3669035636"/>
                  </a:ext>
                </a:extLst>
              </a:tr>
              <a:tr h="784227">
                <a:tc>
                  <a:txBody>
                    <a:bodyPr/>
                    <a:lstStyle/>
                    <a:p>
                      <a:pPr fontAlgn="t"/>
                      <a:endParaRPr lang="en-US" sz="2000" b="1">
                        <a:effectLst/>
                        <a:latin typeface="Rockwell"/>
                      </a:endParaRPr>
                    </a:p>
                    <a:p>
                      <a:pPr algn="ctr" rtl="0" fontAlgn="base"/>
                      <a:r>
                        <a:rPr lang="en-US" sz="2000" b="1">
                          <a:effectLst/>
                          <a:latin typeface="Rockwell"/>
                        </a:rPr>
                        <a:t>Part </a:t>
                      </a:r>
                    </a:p>
                  </a:txBody>
                  <a:tcPr/>
                </a:tc>
                <a:tc>
                  <a:txBody>
                    <a:bodyPr/>
                    <a:lstStyle/>
                    <a:p>
                      <a:pPr fontAlgn="t"/>
                      <a:endParaRPr lang="en-US" sz="2000" b="1">
                        <a:effectLst/>
                        <a:latin typeface="Rockwell"/>
                      </a:endParaRPr>
                    </a:p>
                    <a:p>
                      <a:pPr algn="ctr" rtl="0" fontAlgn="base"/>
                      <a:r>
                        <a:rPr lang="en-US" sz="2000" b="1">
                          <a:effectLst/>
                          <a:latin typeface="Rockwell"/>
                        </a:rPr>
                        <a:t>Yard </a:t>
                      </a:r>
                    </a:p>
                  </a:txBody>
                  <a:tcPr/>
                </a:tc>
                <a:tc>
                  <a:txBody>
                    <a:bodyPr/>
                    <a:lstStyle/>
                    <a:p>
                      <a:pPr fontAlgn="t"/>
                      <a:endParaRPr lang="en-US" sz="2000" b="1">
                        <a:effectLst/>
                        <a:latin typeface="Rockwell"/>
                      </a:endParaRPr>
                    </a:p>
                    <a:p>
                      <a:pPr algn="ctr" rtl="0" fontAlgn="base"/>
                      <a:r>
                        <a:rPr lang="en-US" sz="2000" b="1">
                          <a:effectLst/>
                          <a:latin typeface="Rockwell"/>
                        </a:rPr>
                        <a:t>Dart </a:t>
                      </a:r>
                    </a:p>
                  </a:txBody>
                  <a:tcPr/>
                </a:tc>
                <a:extLst>
                  <a:ext uri="{0D108BD9-81ED-4DB2-BD59-A6C34878D82A}">
                    <a16:rowId xmlns:a16="http://schemas.microsoft.com/office/drawing/2014/main" val="3313911508"/>
                  </a:ext>
                </a:extLst>
              </a:tr>
              <a:tr h="784227">
                <a:tc>
                  <a:txBody>
                    <a:bodyPr/>
                    <a:lstStyle/>
                    <a:p>
                      <a:pPr fontAlgn="t"/>
                      <a:endParaRPr lang="en-US" sz="2000" b="1">
                        <a:effectLst/>
                        <a:latin typeface="Rockwell"/>
                      </a:endParaRPr>
                    </a:p>
                    <a:p>
                      <a:pPr algn="ctr" rtl="0" fontAlgn="base"/>
                      <a:r>
                        <a:rPr lang="en-US" sz="2000" b="1">
                          <a:effectLst/>
                          <a:latin typeface="Rockwell"/>
                        </a:rPr>
                        <a:t>Tab </a:t>
                      </a:r>
                    </a:p>
                  </a:txBody>
                  <a:tcPr/>
                </a:tc>
                <a:tc>
                  <a:txBody>
                    <a:bodyPr/>
                    <a:lstStyle/>
                    <a:p>
                      <a:pPr fontAlgn="t"/>
                      <a:endParaRPr lang="en-US" sz="2000" b="1">
                        <a:effectLst/>
                        <a:latin typeface="Rockwell"/>
                      </a:endParaRPr>
                    </a:p>
                    <a:p>
                      <a:pPr algn="ctr" rtl="0" fontAlgn="base"/>
                      <a:r>
                        <a:rPr lang="en-US" sz="2000" b="1">
                          <a:effectLst/>
                          <a:latin typeface="Rockwell"/>
                        </a:rPr>
                        <a:t>Yak </a:t>
                      </a:r>
                    </a:p>
                  </a:txBody>
                  <a:tcPr/>
                </a:tc>
                <a:tc>
                  <a:txBody>
                    <a:bodyPr/>
                    <a:lstStyle/>
                    <a:p>
                      <a:pPr fontAlgn="t"/>
                      <a:endParaRPr lang="en-US" sz="2000" b="1">
                        <a:effectLst/>
                        <a:latin typeface="Rockwell"/>
                      </a:endParaRPr>
                    </a:p>
                    <a:p>
                      <a:pPr algn="ctr" rtl="0" fontAlgn="base"/>
                      <a:r>
                        <a:rPr lang="en-US" sz="2000" b="1">
                          <a:effectLst/>
                          <a:latin typeface="Rockwell"/>
                        </a:rPr>
                        <a:t>Dat </a:t>
                      </a:r>
                    </a:p>
                  </a:txBody>
                  <a:tcPr/>
                </a:tc>
                <a:extLst>
                  <a:ext uri="{0D108BD9-81ED-4DB2-BD59-A6C34878D82A}">
                    <a16:rowId xmlns:a16="http://schemas.microsoft.com/office/drawing/2014/main" val="3816410462"/>
                  </a:ext>
                </a:extLst>
              </a:tr>
              <a:tr h="784227">
                <a:tc>
                  <a:txBody>
                    <a:bodyPr/>
                    <a:lstStyle/>
                    <a:p>
                      <a:pPr fontAlgn="t"/>
                      <a:endParaRPr lang="en-US" sz="2000" b="1">
                        <a:effectLst/>
                        <a:latin typeface="Rockwell"/>
                      </a:endParaRPr>
                    </a:p>
                    <a:p>
                      <a:pPr algn="ctr" rtl="0" fontAlgn="base"/>
                      <a:r>
                        <a:rPr lang="en-US" sz="2000" b="1">
                          <a:effectLst/>
                          <a:latin typeface="Rockwell"/>
                        </a:rPr>
                        <a:t>Hah </a:t>
                      </a:r>
                    </a:p>
                  </a:txBody>
                  <a:tcPr/>
                </a:tc>
                <a:tc>
                  <a:txBody>
                    <a:bodyPr/>
                    <a:lstStyle/>
                    <a:p>
                      <a:pPr fontAlgn="t"/>
                      <a:endParaRPr lang="en-US" sz="2000" b="1">
                        <a:effectLst/>
                        <a:latin typeface="Rockwell"/>
                      </a:endParaRPr>
                    </a:p>
                    <a:p>
                      <a:pPr algn="ctr" rtl="0" fontAlgn="base"/>
                      <a:r>
                        <a:rPr lang="en-US" sz="2000" b="1">
                          <a:effectLst/>
                          <a:latin typeface="Rockwell"/>
                        </a:rPr>
                        <a:t>Tat </a:t>
                      </a:r>
                    </a:p>
                  </a:txBody>
                  <a:tcPr/>
                </a:tc>
                <a:tc>
                  <a:txBody>
                    <a:bodyPr/>
                    <a:lstStyle/>
                    <a:p>
                      <a:pPr fontAlgn="t"/>
                      <a:endParaRPr lang="en-US" sz="2000" b="1">
                        <a:effectLst/>
                        <a:latin typeface="Rockwell"/>
                      </a:endParaRPr>
                    </a:p>
                    <a:p>
                      <a:pPr algn="ctr" rtl="0" fontAlgn="base"/>
                      <a:r>
                        <a:rPr lang="en-US" sz="2000" b="1">
                          <a:effectLst/>
                          <a:latin typeface="Rockwell"/>
                        </a:rPr>
                        <a:t>Lad </a:t>
                      </a:r>
                    </a:p>
                  </a:txBody>
                  <a:tcPr/>
                </a:tc>
                <a:extLst>
                  <a:ext uri="{0D108BD9-81ED-4DB2-BD59-A6C34878D82A}">
                    <a16:rowId xmlns:a16="http://schemas.microsoft.com/office/drawing/2014/main" val="1178104586"/>
                  </a:ext>
                </a:extLst>
              </a:tr>
            </a:tbl>
          </a:graphicData>
        </a:graphic>
      </p:graphicFrame>
    </p:spTree>
    <p:extLst>
      <p:ext uri="{BB962C8B-B14F-4D97-AF65-F5344CB8AC3E}">
        <p14:creationId xmlns:p14="http://schemas.microsoft.com/office/powerpoint/2010/main" val="22539922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A1E9570-2876-08AC-7B88-0DBF7C4FABA8}"/>
              </a:ext>
            </a:extLst>
          </p:cNvPr>
          <p:cNvSpPr txBox="1"/>
          <p:nvPr/>
        </p:nvSpPr>
        <p:spPr>
          <a:xfrm>
            <a:off x="2301920" y="1050048"/>
            <a:ext cx="9888327"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a:solidFill>
                  <a:srgbClr val="4A66AC"/>
                </a:solidFill>
                <a:latin typeface="Rockwell"/>
              </a:rPr>
              <a:t>ARTICULATION EXERCISES</a:t>
            </a:r>
            <a:endParaRPr lang="en-US" sz="1600" b="1">
              <a:latin typeface="Rockwell"/>
              <a:cs typeface="Segoe UI"/>
            </a:endParaRPr>
          </a:p>
        </p:txBody>
      </p:sp>
      <p:graphicFrame>
        <p:nvGraphicFramePr>
          <p:cNvPr id="7" name="Table 6">
            <a:extLst>
              <a:ext uri="{FF2B5EF4-FFF2-40B4-BE49-F238E27FC236}">
                <a16:creationId xmlns:a16="http://schemas.microsoft.com/office/drawing/2014/main" id="{1BBF65E3-07F6-4754-8C9B-1B7AC57862B5}"/>
              </a:ext>
            </a:extLst>
          </p:cNvPr>
          <p:cNvGraphicFramePr>
            <a:graphicFrameLocks noGrp="1"/>
          </p:cNvGraphicFramePr>
          <p:nvPr>
            <p:extLst>
              <p:ext uri="{D42A27DB-BD31-4B8C-83A1-F6EECF244321}">
                <p14:modId xmlns:p14="http://schemas.microsoft.com/office/powerpoint/2010/main" val="65175727"/>
              </p:ext>
            </p:extLst>
          </p:nvPr>
        </p:nvGraphicFramePr>
        <p:xfrm>
          <a:off x="2269539" y="2500827"/>
          <a:ext cx="7422108" cy="3053028"/>
        </p:xfrm>
        <a:graphic>
          <a:graphicData uri="http://schemas.openxmlformats.org/drawingml/2006/table">
            <a:tbl>
              <a:tblPr firstRow="1" bandRow="1">
                <a:tableStyleId>{5C22544A-7EE6-4342-B048-85BDC9FD1C3A}</a:tableStyleId>
              </a:tblPr>
              <a:tblGrid>
                <a:gridCol w="2469726">
                  <a:extLst>
                    <a:ext uri="{9D8B030D-6E8A-4147-A177-3AD203B41FA5}">
                      <a16:colId xmlns:a16="http://schemas.microsoft.com/office/drawing/2014/main" val="1958341507"/>
                    </a:ext>
                  </a:extLst>
                </a:gridCol>
                <a:gridCol w="2482656">
                  <a:extLst>
                    <a:ext uri="{9D8B030D-6E8A-4147-A177-3AD203B41FA5}">
                      <a16:colId xmlns:a16="http://schemas.microsoft.com/office/drawing/2014/main" val="3008147609"/>
                    </a:ext>
                  </a:extLst>
                </a:gridCol>
                <a:gridCol w="2469726">
                  <a:extLst>
                    <a:ext uri="{9D8B030D-6E8A-4147-A177-3AD203B41FA5}">
                      <a16:colId xmlns:a16="http://schemas.microsoft.com/office/drawing/2014/main" val="1829521401"/>
                    </a:ext>
                  </a:extLst>
                </a:gridCol>
              </a:tblGrid>
              <a:tr h="763257">
                <a:tc>
                  <a:txBody>
                    <a:bodyPr/>
                    <a:lstStyle/>
                    <a:p>
                      <a:pPr fontAlgn="t"/>
                      <a:endParaRPr lang="en-US" sz="2000" b="1">
                        <a:effectLst/>
                        <a:latin typeface="Rockwell"/>
                      </a:endParaRPr>
                    </a:p>
                    <a:p>
                      <a:pPr algn="ctr" rtl="0" fontAlgn="base"/>
                      <a:r>
                        <a:rPr lang="en-US" sz="2000" b="1">
                          <a:effectLst/>
                          <a:latin typeface="Rockwell"/>
                        </a:rPr>
                        <a:t>High </a:t>
                      </a:r>
                    </a:p>
                  </a:txBody>
                  <a:tcPr/>
                </a:tc>
                <a:tc>
                  <a:txBody>
                    <a:bodyPr/>
                    <a:lstStyle/>
                    <a:p>
                      <a:pPr algn="ctr" fontAlgn="t"/>
                      <a:endParaRPr lang="en-US" sz="2000" b="1">
                        <a:effectLst/>
                        <a:latin typeface="Rockwell"/>
                      </a:endParaRPr>
                    </a:p>
                    <a:p>
                      <a:pPr algn="ctr" rtl="0" fontAlgn="base"/>
                      <a:r>
                        <a:rPr lang="en-US" sz="2000" b="1">
                          <a:effectLst/>
                          <a:latin typeface="Rockwell"/>
                        </a:rPr>
                        <a:t>Tie </a:t>
                      </a:r>
                    </a:p>
                  </a:txBody>
                  <a:tcPr/>
                </a:tc>
                <a:tc>
                  <a:txBody>
                    <a:bodyPr/>
                    <a:lstStyle/>
                    <a:p>
                      <a:pPr algn="ctr" fontAlgn="t"/>
                      <a:endParaRPr lang="en-US" sz="2000" b="1">
                        <a:effectLst/>
                        <a:latin typeface="Rockwell"/>
                      </a:endParaRPr>
                    </a:p>
                    <a:p>
                      <a:pPr algn="ctr" rtl="0" fontAlgn="base"/>
                      <a:r>
                        <a:rPr lang="en-US" sz="2000" b="1">
                          <a:effectLst/>
                          <a:latin typeface="Rockwell"/>
                        </a:rPr>
                        <a:t>Die </a:t>
                      </a:r>
                    </a:p>
                  </a:txBody>
                  <a:tcPr/>
                </a:tc>
                <a:extLst>
                  <a:ext uri="{0D108BD9-81ED-4DB2-BD59-A6C34878D82A}">
                    <a16:rowId xmlns:a16="http://schemas.microsoft.com/office/drawing/2014/main" val="2644002771"/>
                  </a:ext>
                </a:extLst>
              </a:tr>
              <a:tr h="763257">
                <a:tc>
                  <a:txBody>
                    <a:bodyPr/>
                    <a:lstStyle/>
                    <a:p>
                      <a:pPr fontAlgn="t"/>
                      <a:endParaRPr lang="en-US" sz="2000" b="1">
                        <a:effectLst/>
                        <a:latin typeface="Rockwell"/>
                      </a:endParaRPr>
                    </a:p>
                    <a:p>
                      <a:pPr algn="ctr" rtl="0" fontAlgn="base"/>
                      <a:r>
                        <a:rPr lang="en-US" sz="2000" b="1">
                          <a:effectLst/>
                          <a:latin typeface="Rockwell"/>
                        </a:rPr>
                        <a:t>Lie </a:t>
                      </a:r>
                    </a:p>
                  </a:txBody>
                  <a:tcPr/>
                </a:tc>
                <a:tc>
                  <a:txBody>
                    <a:bodyPr/>
                    <a:lstStyle/>
                    <a:p>
                      <a:pPr fontAlgn="t"/>
                      <a:endParaRPr lang="en-US" sz="2000" b="1">
                        <a:effectLst/>
                        <a:latin typeface="Rockwell"/>
                      </a:endParaRPr>
                    </a:p>
                    <a:p>
                      <a:pPr algn="ctr" rtl="0" fontAlgn="base"/>
                      <a:r>
                        <a:rPr lang="en-US" sz="2000" b="1">
                          <a:effectLst/>
                          <a:latin typeface="Rockwell"/>
                        </a:rPr>
                        <a:t>Rye </a:t>
                      </a:r>
                    </a:p>
                  </a:txBody>
                  <a:tcPr/>
                </a:tc>
                <a:tc>
                  <a:txBody>
                    <a:bodyPr/>
                    <a:lstStyle/>
                    <a:p>
                      <a:pPr fontAlgn="t"/>
                      <a:endParaRPr lang="en-US" sz="2000" b="1">
                        <a:effectLst/>
                        <a:latin typeface="Rockwell"/>
                      </a:endParaRPr>
                    </a:p>
                    <a:p>
                      <a:pPr algn="ctr" rtl="0" fontAlgn="base"/>
                      <a:r>
                        <a:rPr lang="en-US" sz="2000" b="1">
                          <a:effectLst/>
                          <a:latin typeface="Rockwell"/>
                        </a:rPr>
                        <a:t>Kite </a:t>
                      </a:r>
                    </a:p>
                  </a:txBody>
                  <a:tcPr/>
                </a:tc>
                <a:extLst>
                  <a:ext uri="{0D108BD9-81ED-4DB2-BD59-A6C34878D82A}">
                    <a16:rowId xmlns:a16="http://schemas.microsoft.com/office/drawing/2014/main" val="3408783881"/>
                  </a:ext>
                </a:extLst>
              </a:tr>
              <a:tr h="763257">
                <a:tc>
                  <a:txBody>
                    <a:bodyPr/>
                    <a:lstStyle/>
                    <a:p>
                      <a:pPr fontAlgn="t"/>
                      <a:endParaRPr lang="en-US" sz="2000" b="1">
                        <a:effectLst/>
                        <a:latin typeface="Rockwell"/>
                      </a:endParaRPr>
                    </a:p>
                    <a:p>
                      <a:pPr algn="ctr" rtl="0" fontAlgn="base"/>
                      <a:r>
                        <a:rPr lang="en-US" sz="2000" b="1">
                          <a:effectLst/>
                          <a:latin typeface="Rockwell"/>
                        </a:rPr>
                        <a:t>Howl </a:t>
                      </a:r>
                    </a:p>
                  </a:txBody>
                  <a:tcPr/>
                </a:tc>
                <a:tc>
                  <a:txBody>
                    <a:bodyPr/>
                    <a:lstStyle/>
                    <a:p>
                      <a:pPr fontAlgn="t"/>
                      <a:endParaRPr lang="en-US" sz="2000" b="1">
                        <a:effectLst/>
                        <a:latin typeface="Rockwell"/>
                      </a:endParaRPr>
                    </a:p>
                    <a:p>
                      <a:pPr algn="ctr" rtl="0" fontAlgn="base"/>
                      <a:r>
                        <a:rPr lang="en-US" sz="2000" b="1">
                          <a:effectLst/>
                          <a:latin typeface="Rockwell"/>
                        </a:rPr>
                        <a:t>Noun </a:t>
                      </a:r>
                    </a:p>
                  </a:txBody>
                  <a:tcPr/>
                </a:tc>
                <a:tc>
                  <a:txBody>
                    <a:bodyPr/>
                    <a:lstStyle/>
                    <a:p>
                      <a:pPr fontAlgn="t"/>
                      <a:endParaRPr lang="en-US" sz="2000" b="1">
                        <a:effectLst/>
                        <a:latin typeface="Rockwell"/>
                      </a:endParaRPr>
                    </a:p>
                    <a:p>
                      <a:pPr algn="ctr" rtl="0" fontAlgn="base"/>
                      <a:r>
                        <a:rPr lang="en-US" sz="2000" b="1">
                          <a:effectLst/>
                          <a:latin typeface="Rockwell"/>
                        </a:rPr>
                        <a:t>Loud </a:t>
                      </a:r>
                    </a:p>
                  </a:txBody>
                  <a:tcPr/>
                </a:tc>
                <a:extLst>
                  <a:ext uri="{0D108BD9-81ED-4DB2-BD59-A6C34878D82A}">
                    <a16:rowId xmlns:a16="http://schemas.microsoft.com/office/drawing/2014/main" val="2902183613"/>
                  </a:ext>
                </a:extLst>
              </a:tr>
              <a:tr h="763257">
                <a:tc>
                  <a:txBody>
                    <a:bodyPr/>
                    <a:lstStyle/>
                    <a:p>
                      <a:pPr fontAlgn="t"/>
                      <a:endParaRPr lang="en-US" sz="2000" b="1">
                        <a:effectLst/>
                        <a:latin typeface="Rockwell"/>
                      </a:endParaRPr>
                    </a:p>
                    <a:p>
                      <a:pPr algn="ctr" rtl="0" fontAlgn="base"/>
                      <a:r>
                        <a:rPr lang="en-US" sz="2000" b="1">
                          <a:effectLst/>
                          <a:latin typeface="Rockwell"/>
                        </a:rPr>
                        <a:t>Coin </a:t>
                      </a:r>
                    </a:p>
                  </a:txBody>
                  <a:tcPr/>
                </a:tc>
                <a:tc>
                  <a:txBody>
                    <a:bodyPr/>
                    <a:lstStyle/>
                    <a:p>
                      <a:pPr fontAlgn="t"/>
                      <a:endParaRPr lang="en-US" sz="2000" b="1">
                        <a:effectLst/>
                        <a:latin typeface="Rockwell"/>
                      </a:endParaRPr>
                    </a:p>
                    <a:p>
                      <a:pPr algn="ctr" rtl="0" fontAlgn="base"/>
                      <a:r>
                        <a:rPr lang="en-US" sz="2000" b="1">
                          <a:effectLst/>
                          <a:latin typeface="Rockwell"/>
                        </a:rPr>
                        <a:t>Loyal </a:t>
                      </a:r>
                    </a:p>
                  </a:txBody>
                  <a:tcPr/>
                </a:tc>
                <a:tc>
                  <a:txBody>
                    <a:bodyPr/>
                    <a:lstStyle/>
                    <a:p>
                      <a:pPr fontAlgn="t"/>
                      <a:endParaRPr lang="en-US" sz="2000" b="1">
                        <a:effectLst/>
                        <a:latin typeface="Rockwell"/>
                      </a:endParaRPr>
                    </a:p>
                    <a:p>
                      <a:pPr algn="ctr" rtl="0" fontAlgn="base"/>
                      <a:r>
                        <a:rPr lang="en-US" sz="2000" b="1">
                          <a:effectLst/>
                          <a:latin typeface="Rockwell"/>
                        </a:rPr>
                        <a:t>Oil </a:t>
                      </a:r>
                    </a:p>
                  </a:txBody>
                  <a:tcPr/>
                </a:tc>
                <a:extLst>
                  <a:ext uri="{0D108BD9-81ED-4DB2-BD59-A6C34878D82A}">
                    <a16:rowId xmlns:a16="http://schemas.microsoft.com/office/drawing/2014/main" val="3552016725"/>
                  </a:ext>
                </a:extLst>
              </a:tr>
            </a:tbl>
          </a:graphicData>
        </a:graphic>
      </p:graphicFrame>
    </p:spTree>
    <p:extLst>
      <p:ext uri="{BB962C8B-B14F-4D97-AF65-F5344CB8AC3E}">
        <p14:creationId xmlns:p14="http://schemas.microsoft.com/office/powerpoint/2010/main" val="18915180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A1E9570-2876-08AC-7B88-0DBF7C4FABA8}"/>
              </a:ext>
            </a:extLst>
          </p:cNvPr>
          <p:cNvSpPr txBox="1"/>
          <p:nvPr/>
        </p:nvSpPr>
        <p:spPr>
          <a:xfrm>
            <a:off x="1143000" y="863600"/>
            <a:ext cx="10423625" cy="1195939"/>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defTabSz="914400">
              <a:lnSpc>
                <a:spcPct val="90000"/>
              </a:lnSpc>
              <a:spcBef>
                <a:spcPct val="0"/>
              </a:spcBef>
              <a:spcAft>
                <a:spcPts val="600"/>
              </a:spcAft>
            </a:pPr>
            <a:endParaRPr lang="en-US" sz="2000" b="1" kern="1200">
              <a:latin typeface="Rockwell"/>
              <a:ea typeface="+mj-ea"/>
              <a:cs typeface="+mj-cs"/>
            </a:endParaRPr>
          </a:p>
          <a:p>
            <a:pPr defTabSz="914400">
              <a:lnSpc>
                <a:spcPct val="90000"/>
              </a:lnSpc>
              <a:spcBef>
                <a:spcPct val="0"/>
              </a:spcBef>
              <a:spcAft>
                <a:spcPts val="600"/>
              </a:spcAft>
            </a:pPr>
            <a:endParaRPr lang="en-US" sz="2100" b="1" kern="1200">
              <a:solidFill>
                <a:schemeClr val="accent1"/>
              </a:solidFill>
              <a:latin typeface="+mj-lt"/>
              <a:ea typeface="+mj-ea"/>
              <a:cs typeface="+mj-cs"/>
            </a:endParaRPr>
          </a:p>
          <a:p>
            <a:pPr defTabSz="914400">
              <a:lnSpc>
                <a:spcPct val="90000"/>
              </a:lnSpc>
              <a:spcBef>
                <a:spcPct val="0"/>
              </a:spcBef>
              <a:spcAft>
                <a:spcPts val="600"/>
              </a:spcAft>
            </a:pPr>
            <a:endParaRPr lang="en-US" sz="2100" b="1" kern="1200">
              <a:solidFill>
                <a:srgbClr val="002060"/>
              </a:solidFill>
              <a:latin typeface="+mj-lt"/>
              <a:ea typeface="+mj-ea"/>
              <a:cs typeface="+mj-cs"/>
            </a:endParaRPr>
          </a:p>
        </p:txBody>
      </p:sp>
      <p:graphicFrame>
        <p:nvGraphicFramePr>
          <p:cNvPr id="11" name="TextBox 1">
            <a:extLst>
              <a:ext uri="{FF2B5EF4-FFF2-40B4-BE49-F238E27FC236}">
                <a16:creationId xmlns:a16="http://schemas.microsoft.com/office/drawing/2014/main" id="{01CDC631-8AC3-0E16-7E34-D8EF5FC7B03A}"/>
              </a:ext>
            </a:extLst>
          </p:cNvPr>
          <p:cNvGraphicFramePr/>
          <p:nvPr>
            <p:extLst>
              <p:ext uri="{D42A27DB-BD31-4B8C-83A1-F6EECF244321}">
                <p14:modId xmlns:p14="http://schemas.microsoft.com/office/powerpoint/2010/main" val="2899614706"/>
              </p:ext>
            </p:extLst>
          </p:nvPr>
        </p:nvGraphicFramePr>
        <p:xfrm>
          <a:off x="1316790" y="2057400"/>
          <a:ext cx="9872871" cy="40252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80" name="TextBox 179">
            <a:extLst>
              <a:ext uri="{FF2B5EF4-FFF2-40B4-BE49-F238E27FC236}">
                <a16:creationId xmlns:a16="http://schemas.microsoft.com/office/drawing/2014/main" id="{B6FAFFDA-7BD0-DE06-EB3D-56083125B01B}"/>
              </a:ext>
            </a:extLst>
          </p:cNvPr>
          <p:cNvSpPr txBox="1"/>
          <p:nvPr/>
        </p:nvSpPr>
        <p:spPr>
          <a:xfrm>
            <a:off x="1647645" y="957532"/>
            <a:ext cx="9198633"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a:solidFill>
                  <a:srgbClr val="4A66AC"/>
                </a:solidFill>
                <a:latin typeface="Rockwell"/>
              </a:rPr>
              <a:t>ARTICULATION EXERCISES</a:t>
            </a:r>
            <a:endParaRPr lang="en-US"/>
          </a:p>
        </p:txBody>
      </p:sp>
    </p:spTree>
    <p:extLst>
      <p:ext uri="{BB962C8B-B14F-4D97-AF65-F5344CB8AC3E}">
        <p14:creationId xmlns:p14="http://schemas.microsoft.com/office/powerpoint/2010/main" val="30560749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3DD3-C27C-457D-ADDD-066D01CB95CA}"/>
              </a:ext>
            </a:extLst>
          </p:cNvPr>
          <p:cNvSpPr>
            <a:spLocks noGrp="1"/>
          </p:cNvSpPr>
          <p:nvPr>
            <p:ph type="title"/>
          </p:nvPr>
        </p:nvSpPr>
        <p:spPr>
          <a:xfrm>
            <a:off x="1096766" y="244867"/>
            <a:ext cx="9875520" cy="1356360"/>
          </a:xfrm>
        </p:spPr>
        <p:txBody>
          <a:bodyPr/>
          <a:lstStyle/>
          <a:p>
            <a:r>
              <a:rPr lang="en-US">
                <a:latin typeface="Rockwell"/>
              </a:rPr>
              <a:t>VOCAL EXERCISES</a:t>
            </a:r>
            <a:endParaRPr lang="en-US">
              <a:latin typeface="Rockwell" panose="02060603020205020403" pitchFamily="18" charset="0"/>
            </a:endParaRPr>
          </a:p>
        </p:txBody>
      </p:sp>
      <p:pic>
        <p:nvPicPr>
          <p:cNvPr id="5" name="Graphic 4" descr="Conductor female with solid fill">
            <a:extLst>
              <a:ext uri="{FF2B5EF4-FFF2-40B4-BE49-F238E27FC236}">
                <a16:creationId xmlns:a16="http://schemas.microsoft.com/office/drawing/2014/main" id="{22D80468-1845-4A70-B844-7C50FC401D4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91894" y="470761"/>
            <a:ext cx="914400" cy="914400"/>
          </a:xfrm>
          <a:prstGeom prst="rect">
            <a:avLst/>
          </a:prstGeom>
        </p:spPr>
      </p:pic>
      <p:graphicFrame>
        <p:nvGraphicFramePr>
          <p:cNvPr id="4" name="Content Placeholder 3">
            <a:extLst>
              <a:ext uri="{FF2B5EF4-FFF2-40B4-BE49-F238E27FC236}">
                <a16:creationId xmlns:a16="http://schemas.microsoft.com/office/drawing/2014/main" id="{31F44B22-324B-4DE8-B32C-85312184904C}"/>
              </a:ext>
            </a:extLst>
          </p:cNvPr>
          <p:cNvGraphicFramePr>
            <a:graphicFrameLocks noGrp="1"/>
          </p:cNvGraphicFramePr>
          <p:nvPr>
            <p:ph idx="1"/>
          </p:nvPr>
        </p:nvGraphicFramePr>
        <p:xfrm>
          <a:off x="1159668" y="1601227"/>
          <a:ext cx="9872664" cy="4371944"/>
        </p:xfrm>
        <a:graphic>
          <a:graphicData uri="http://schemas.openxmlformats.org/drawingml/2006/table">
            <a:tbl>
              <a:tblPr firstRow="1" bandRow="1">
                <a:tableStyleId>{5C22544A-7EE6-4342-B048-85BDC9FD1C3A}</a:tableStyleId>
              </a:tblPr>
              <a:tblGrid>
                <a:gridCol w="9872664">
                  <a:extLst>
                    <a:ext uri="{9D8B030D-6E8A-4147-A177-3AD203B41FA5}">
                      <a16:colId xmlns:a16="http://schemas.microsoft.com/office/drawing/2014/main" val="743422230"/>
                    </a:ext>
                  </a:extLst>
                </a:gridCol>
              </a:tblGrid>
              <a:tr h="4371944">
                <a:tc>
                  <a:txBody>
                    <a:bodyPr/>
                    <a:lstStyle/>
                    <a:p>
                      <a:endParaRPr lang="en-US" sz="800" i="1">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2496822786"/>
                  </a:ext>
                </a:extLst>
              </a:tr>
            </a:tbl>
          </a:graphicData>
        </a:graphic>
      </p:graphicFrame>
      <p:sp>
        <p:nvSpPr>
          <p:cNvPr id="9" name="TextBox 8">
            <a:extLst>
              <a:ext uri="{FF2B5EF4-FFF2-40B4-BE49-F238E27FC236}">
                <a16:creationId xmlns:a16="http://schemas.microsoft.com/office/drawing/2014/main" id="{35380E71-D79C-3422-0F09-82C158FEA005}"/>
              </a:ext>
            </a:extLst>
          </p:cNvPr>
          <p:cNvSpPr txBox="1"/>
          <p:nvPr/>
        </p:nvSpPr>
        <p:spPr>
          <a:xfrm>
            <a:off x="1446363" y="2179608"/>
            <a:ext cx="9198632"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b="1">
                <a:solidFill>
                  <a:srgbClr val="FFFFFF"/>
                </a:solidFill>
                <a:latin typeface="Rockwell"/>
              </a:rPr>
              <a:t> Take a deep breath and say “AH” in a loud voice. </a:t>
            </a:r>
            <a:r>
              <a:rPr lang="en-US" b="1">
                <a:solidFill>
                  <a:srgbClr val="FFFFFF"/>
                </a:solidFill>
                <a:latin typeface="Rockwell"/>
              </a:rPr>
              <a:t> </a:t>
            </a:r>
            <a:endParaRPr lang="en-US" b="1"/>
          </a:p>
          <a:p>
            <a:r>
              <a:rPr lang="en-PH" b="1">
                <a:solidFill>
                  <a:srgbClr val="FFFFFF"/>
                </a:solidFill>
                <a:latin typeface="Rockwell"/>
              </a:rPr>
              <a:t> Try projecting your voice across the room.</a:t>
            </a:r>
            <a:r>
              <a:rPr lang="en-US" b="1">
                <a:solidFill>
                  <a:srgbClr val="FFFFFF"/>
                </a:solidFill>
                <a:latin typeface="Rockwell"/>
              </a:rPr>
              <a:t> </a:t>
            </a:r>
          </a:p>
          <a:p>
            <a:r>
              <a:rPr lang="en-PH" b="1">
                <a:solidFill>
                  <a:srgbClr val="FFFFFF"/>
                </a:solidFill>
                <a:latin typeface="Rockwell"/>
              </a:rPr>
              <a:t> </a:t>
            </a:r>
            <a:r>
              <a:rPr lang="en-US" b="1">
                <a:solidFill>
                  <a:srgbClr val="FFFFFF"/>
                </a:solidFill>
                <a:latin typeface="Rockwell"/>
              </a:rPr>
              <a:t>H</a:t>
            </a:r>
            <a:r>
              <a:rPr lang="en-PH" b="1">
                <a:solidFill>
                  <a:srgbClr val="FFFFFF"/>
                </a:solidFill>
                <a:latin typeface="Rockwell"/>
              </a:rPr>
              <a:t>old “AH” for as long as you can. </a:t>
            </a:r>
            <a:endParaRPr lang="en-US" b="1">
              <a:solidFill>
                <a:srgbClr val="FFFFFF"/>
              </a:solidFill>
              <a:latin typeface="Rockwell"/>
            </a:endParaRPr>
          </a:p>
          <a:p>
            <a:r>
              <a:rPr lang="en-PH">
                <a:solidFill>
                  <a:srgbClr val="FFFFFF"/>
                </a:solidFill>
                <a:latin typeface="Rockwell"/>
              </a:rPr>
              <a:t>REPEAT 3 TIMES</a:t>
            </a:r>
            <a:r>
              <a:rPr lang="en-US">
                <a:solidFill>
                  <a:srgbClr val="FFFFFF"/>
                </a:solidFill>
                <a:latin typeface="Rockwell"/>
              </a:rPr>
              <a:t> </a:t>
            </a:r>
          </a:p>
          <a:p>
            <a:endParaRPr lang="en-US" b="1">
              <a:solidFill>
                <a:srgbClr val="FFFFFF"/>
              </a:solidFill>
              <a:latin typeface="Rockwell"/>
            </a:endParaRPr>
          </a:p>
          <a:p>
            <a:r>
              <a:rPr lang="en-US" b="1">
                <a:solidFill>
                  <a:srgbClr val="FFFFFF"/>
                </a:solidFill>
                <a:latin typeface="Rockwell"/>
                <a:cs typeface="Calibri"/>
              </a:rPr>
              <a:t>Count 1-10 in a loud voice. Pause for a breath as needed to keep your voice loud. </a:t>
            </a:r>
            <a:r>
              <a:rPr lang="en-US">
                <a:solidFill>
                  <a:srgbClr val="FFFFFF"/>
                </a:solidFill>
                <a:latin typeface="Rockwell"/>
                <a:cs typeface="Calibri"/>
              </a:rPr>
              <a:t>REPEAT 3 TIMES</a:t>
            </a:r>
          </a:p>
          <a:p>
            <a:endParaRPr lang="en-US">
              <a:solidFill>
                <a:srgbClr val="FFFFFF"/>
              </a:solidFill>
              <a:latin typeface="Rockwell"/>
              <a:cs typeface="Calibri"/>
            </a:endParaRPr>
          </a:p>
          <a:p>
            <a:r>
              <a:rPr lang="en-US" b="1">
                <a:solidFill>
                  <a:srgbClr val="FFFFFF"/>
                </a:solidFill>
                <a:latin typeface="Rockwell"/>
                <a:cs typeface="Calibri"/>
              </a:rPr>
              <a:t>MONDAY, TUESDAY, WEDNESDAY, THURSDAY, FRIDAY, SATURDAY, SUNDAY</a:t>
            </a:r>
          </a:p>
          <a:p>
            <a:endParaRPr lang="en-US" b="1">
              <a:solidFill>
                <a:srgbClr val="FFFFFF"/>
              </a:solidFill>
              <a:latin typeface="Rockwell"/>
            </a:endParaRPr>
          </a:p>
        </p:txBody>
      </p:sp>
    </p:spTree>
    <p:extLst>
      <p:ext uri="{BB962C8B-B14F-4D97-AF65-F5344CB8AC3E}">
        <p14:creationId xmlns:p14="http://schemas.microsoft.com/office/powerpoint/2010/main" val="15656650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3DD3-C27C-457D-ADDD-066D01CB95CA}"/>
              </a:ext>
            </a:extLst>
          </p:cNvPr>
          <p:cNvSpPr>
            <a:spLocks noGrp="1"/>
          </p:cNvSpPr>
          <p:nvPr>
            <p:ph type="title"/>
          </p:nvPr>
        </p:nvSpPr>
        <p:spPr>
          <a:xfrm>
            <a:off x="1096766" y="244867"/>
            <a:ext cx="9875520" cy="1356360"/>
          </a:xfrm>
        </p:spPr>
        <p:txBody>
          <a:bodyPr/>
          <a:lstStyle/>
          <a:p>
            <a:r>
              <a:rPr lang="en-US">
                <a:latin typeface="Rockwell"/>
              </a:rPr>
              <a:t>VOCAL EXERCISES</a:t>
            </a:r>
            <a:endParaRPr lang="en-US">
              <a:latin typeface="Rockwell" panose="02060603020205020403" pitchFamily="18" charset="0"/>
            </a:endParaRPr>
          </a:p>
        </p:txBody>
      </p:sp>
      <p:pic>
        <p:nvPicPr>
          <p:cNvPr id="5" name="Graphic 4" descr="Conductor female with solid fill">
            <a:extLst>
              <a:ext uri="{FF2B5EF4-FFF2-40B4-BE49-F238E27FC236}">
                <a16:creationId xmlns:a16="http://schemas.microsoft.com/office/drawing/2014/main" id="{22D80468-1845-4A70-B844-7C50FC401D4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91894" y="470761"/>
            <a:ext cx="914400" cy="914400"/>
          </a:xfrm>
          <a:prstGeom prst="rect">
            <a:avLst/>
          </a:prstGeom>
        </p:spPr>
      </p:pic>
      <p:graphicFrame>
        <p:nvGraphicFramePr>
          <p:cNvPr id="4" name="Content Placeholder 3">
            <a:extLst>
              <a:ext uri="{FF2B5EF4-FFF2-40B4-BE49-F238E27FC236}">
                <a16:creationId xmlns:a16="http://schemas.microsoft.com/office/drawing/2014/main" id="{31F44B22-324B-4DE8-B32C-85312184904C}"/>
              </a:ext>
            </a:extLst>
          </p:cNvPr>
          <p:cNvGraphicFramePr>
            <a:graphicFrameLocks noGrp="1"/>
          </p:cNvGraphicFramePr>
          <p:nvPr>
            <p:ph idx="1"/>
          </p:nvPr>
        </p:nvGraphicFramePr>
        <p:xfrm>
          <a:off x="1159668" y="1601227"/>
          <a:ext cx="9872664" cy="4371944"/>
        </p:xfrm>
        <a:graphic>
          <a:graphicData uri="http://schemas.openxmlformats.org/drawingml/2006/table">
            <a:tbl>
              <a:tblPr firstRow="1" bandRow="1">
                <a:tableStyleId>{5C22544A-7EE6-4342-B048-85BDC9FD1C3A}</a:tableStyleId>
              </a:tblPr>
              <a:tblGrid>
                <a:gridCol w="9872664">
                  <a:extLst>
                    <a:ext uri="{9D8B030D-6E8A-4147-A177-3AD203B41FA5}">
                      <a16:colId xmlns:a16="http://schemas.microsoft.com/office/drawing/2014/main" val="743422230"/>
                    </a:ext>
                  </a:extLst>
                </a:gridCol>
              </a:tblGrid>
              <a:tr h="4371944">
                <a:tc>
                  <a:txBody>
                    <a:bodyPr/>
                    <a:lstStyle/>
                    <a:p>
                      <a:endParaRPr lang="en-US" sz="800" i="1">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2496822786"/>
                  </a:ext>
                </a:extLst>
              </a:tr>
            </a:tbl>
          </a:graphicData>
        </a:graphic>
      </p:graphicFrame>
      <p:sp>
        <p:nvSpPr>
          <p:cNvPr id="9" name="TextBox 8">
            <a:extLst>
              <a:ext uri="{FF2B5EF4-FFF2-40B4-BE49-F238E27FC236}">
                <a16:creationId xmlns:a16="http://schemas.microsoft.com/office/drawing/2014/main" id="{35380E71-D79C-3422-0F09-82C158FEA005}"/>
              </a:ext>
            </a:extLst>
          </p:cNvPr>
          <p:cNvSpPr txBox="1"/>
          <p:nvPr/>
        </p:nvSpPr>
        <p:spPr>
          <a:xfrm>
            <a:off x="2309005" y="2280249"/>
            <a:ext cx="9083614"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b="1" dirty="0">
                <a:solidFill>
                  <a:schemeClr val="bg1"/>
                </a:solidFill>
                <a:latin typeface="Rockwell"/>
              </a:rPr>
              <a:t> </a:t>
            </a:r>
            <a:r>
              <a:rPr lang="en-PH" b="1" dirty="0">
                <a:solidFill>
                  <a:schemeClr val="bg1"/>
                </a:solidFill>
                <a:latin typeface="Rockwell"/>
                <a:cs typeface="Calibri"/>
              </a:rPr>
              <a:t>“Shut the door.”                                              “I want that.”</a:t>
            </a:r>
            <a:endParaRPr lang="en-PH" dirty="0">
              <a:solidFill>
                <a:schemeClr val="bg1"/>
              </a:solidFill>
              <a:latin typeface="Rockwell"/>
              <a:cs typeface="Calibri"/>
            </a:endParaRPr>
          </a:p>
          <a:p>
            <a:endParaRPr lang="en-PH" b="1" dirty="0">
              <a:solidFill>
                <a:schemeClr val="bg1"/>
              </a:solidFill>
              <a:latin typeface="Rockwell"/>
              <a:cs typeface="Calibri"/>
            </a:endParaRPr>
          </a:p>
          <a:p>
            <a:r>
              <a:rPr lang="en-PH" b="1" dirty="0">
                <a:solidFill>
                  <a:schemeClr val="bg1"/>
                </a:solidFill>
                <a:latin typeface="Rockwell"/>
                <a:cs typeface="Calibri"/>
              </a:rPr>
              <a:t>“Pass the food, please.”                                “Answer the phone.” </a:t>
            </a:r>
            <a:endParaRPr lang="en-PH" dirty="0">
              <a:solidFill>
                <a:schemeClr val="bg1"/>
              </a:solidFill>
              <a:latin typeface="Rockwell"/>
              <a:cs typeface="Calibri"/>
            </a:endParaRPr>
          </a:p>
          <a:p>
            <a:endParaRPr lang="en-PH" b="1" dirty="0">
              <a:solidFill>
                <a:schemeClr val="bg1"/>
              </a:solidFill>
              <a:latin typeface="Rockwell"/>
              <a:cs typeface="Calibri"/>
            </a:endParaRPr>
          </a:p>
          <a:p>
            <a:r>
              <a:rPr lang="en-PH" b="1" dirty="0">
                <a:solidFill>
                  <a:schemeClr val="bg1"/>
                </a:solidFill>
                <a:latin typeface="Rockwell"/>
                <a:cs typeface="Calibri"/>
              </a:rPr>
              <a:t>“How are you?”                                               “I’m fine, thanks.”</a:t>
            </a:r>
            <a:endParaRPr lang="en-PH" dirty="0">
              <a:solidFill>
                <a:schemeClr val="bg1"/>
              </a:solidFill>
              <a:latin typeface="Rockwell"/>
              <a:cs typeface="Calibri"/>
            </a:endParaRPr>
          </a:p>
          <a:p>
            <a:endParaRPr lang="en-PH" b="1" dirty="0">
              <a:solidFill>
                <a:schemeClr val="bg1"/>
              </a:solidFill>
              <a:latin typeface="Rockwell"/>
              <a:cs typeface="Calibri"/>
            </a:endParaRPr>
          </a:p>
          <a:p>
            <a:r>
              <a:rPr lang="en-PH" b="1">
                <a:solidFill>
                  <a:schemeClr val="bg1"/>
                </a:solidFill>
                <a:latin typeface="Rockwell"/>
                <a:cs typeface="Calibri"/>
              </a:rPr>
              <a:t>“Help me!”                                                     </a:t>
            </a:r>
            <a:r>
              <a:rPr lang="en-PH" b="1" dirty="0">
                <a:solidFill>
                  <a:schemeClr val="bg1"/>
                </a:solidFill>
                <a:latin typeface="Rockwell"/>
                <a:cs typeface="Calibri"/>
              </a:rPr>
              <a:t>“Who is this?”</a:t>
            </a:r>
            <a:endParaRPr lang="en-PH" dirty="0">
              <a:solidFill>
                <a:schemeClr val="bg1"/>
              </a:solidFill>
              <a:latin typeface="Rockwell"/>
              <a:cs typeface="Calibri"/>
            </a:endParaRPr>
          </a:p>
          <a:p>
            <a:endParaRPr lang="en-PH" b="1" dirty="0">
              <a:solidFill>
                <a:schemeClr val="bg1"/>
              </a:solidFill>
              <a:latin typeface="Rockwell"/>
              <a:cs typeface="Calibri"/>
            </a:endParaRPr>
          </a:p>
          <a:p>
            <a:r>
              <a:rPr lang="en-PH" b="1" dirty="0">
                <a:solidFill>
                  <a:schemeClr val="bg1"/>
                </a:solidFill>
                <a:latin typeface="Rockwell"/>
                <a:cs typeface="Calibri"/>
              </a:rPr>
              <a:t>“I need help.”                                                  “Please sit down.” </a:t>
            </a:r>
            <a:endParaRPr lang="en-PH" dirty="0">
              <a:solidFill>
                <a:schemeClr val="bg1"/>
              </a:solidFill>
              <a:latin typeface="Rockwell"/>
              <a:cs typeface="Calibri"/>
            </a:endParaRPr>
          </a:p>
          <a:p>
            <a:endParaRPr lang="en-PH" b="1" dirty="0">
              <a:solidFill>
                <a:schemeClr val="bg1"/>
              </a:solidFill>
              <a:latin typeface="Rockwell"/>
              <a:cs typeface="Calibri"/>
            </a:endParaRPr>
          </a:p>
          <a:p>
            <a:r>
              <a:rPr lang="en-PH" b="1" dirty="0">
                <a:solidFill>
                  <a:schemeClr val="bg1"/>
                </a:solidFill>
                <a:latin typeface="Rockwell"/>
                <a:cs typeface="Calibri"/>
              </a:rPr>
              <a:t>“No big deal.”                                                 “I am leaving.”</a:t>
            </a:r>
            <a:endParaRPr lang="en-PH" dirty="0">
              <a:solidFill>
                <a:schemeClr val="bg1"/>
              </a:solidFill>
              <a:latin typeface="Rockwell"/>
              <a:cs typeface="Calibri"/>
            </a:endParaRPr>
          </a:p>
          <a:p>
            <a:endParaRPr lang="en-PH" b="1" dirty="0">
              <a:solidFill>
                <a:srgbClr val="FFFFFF"/>
              </a:solidFill>
              <a:latin typeface="Rockwell"/>
              <a:cs typeface="Calibri"/>
            </a:endParaRPr>
          </a:p>
          <a:p>
            <a:endParaRPr lang="en-US" b="1" dirty="0">
              <a:solidFill>
                <a:srgbClr val="FFFFFF"/>
              </a:solidFill>
              <a:latin typeface="Rockwell"/>
            </a:endParaRPr>
          </a:p>
        </p:txBody>
      </p:sp>
    </p:spTree>
    <p:extLst>
      <p:ext uri="{BB962C8B-B14F-4D97-AF65-F5344CB8AC3E}">
        <p14:creationId xmlns:p14="http://schemas.microsoft.com/office/powerpoint/2010/main" val="19870344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3DD3-C27C-457D-ADDD-066D01CB95CA}"/>
              </a:ext>
            </a:extLst>
          </p:cNvPr>
          <p:cNvSpPr>
            <a:spLocks noGrp="1"/>
          </p:cNvSpPr>
          <p:nvPr>
            <p:ph type="title"/>
          </p:nvPr>
        </p:nvSpPr>
        <p:spPr>
          <a:xfrm>
            <a:off x="1096766" y="244867"/>
            <a:ext cx="9875520" cy="1356360"/>
          </a:xfrm>
        </p:spPr>
        <p:txBody>
          <a:bodyPr/>
          <a:lstStyle/>
          <a:p>
            <a:r>
              <a:rPr lang="en-US">
                <a:latin typeface="Rockwell" panose="02060603020205020403" pitchFamily="18" charset="0"/>
              </a:rPr>
              <a:t>Let’s Practice!</a:t>
            </a:r>
          </a:p>
        </p:txBody>
      </p:sp>
      <p:pic>
        <p:nvPicPr>
          <p:cNvPr id="5" name="Graphic 4" descr="Bus">
            <a:extLst>
              <a:ext uri="{FF2B5EF4-FFF2-40B4-BE49-F238E27FC236}">
                <a16:creationId xmlns:a16="http://schemas.microsoft.com/office/drawing/2014/main" id="{22D80468-1845-4A70-B844-7C50FC401D4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022573" y="427629"/>
            <a:ext cx="914400" cy="914400"/>
          </a:xfrm>
          <a:prstGeom prst="rect">
            <a:avLst/>
          </a:prstGeom>
        </p:spPr>
      </p:pic>
      <p:graphicFrame>
        <p:nvGraphicFramePr>
          <p:cNvPr id="4" name="Content Placeholder 3">
            <a:extLst>
              <a:ext uri="{FF2B5EF4-FFF2-40B4-BE49-F238E27FC236}">
                <a16:creationId xmlns:a16="http://schemas.microsoft.com/office/drawing/2014/main" id="{31F44B22-324B-4DE8-B32C-85312184904C}"/>
              </a:ext>
            </a:extLst>
          </p:cNvPr>
          <p:cNvGraphicFramePr>
            <a:graphicFrameLocks noGrp="1"/>
          </p:cNvGraphicFramePr>
          <p:nvPr>
            <p:ph idx="1"/>
          </p:nvPr>
        </p:nvGraphicFramePr>
        <p:xfrm>
          <a:off x="1159668" y="1601227"/>
          <a:ext cx="9872664" cy="4371944"/>
        </p:xfrm>
        <a:graphic>
          <a:graphicData uri="http://schemas.openxmlformats.org/drawingml/2006/table">
            <a:tbl>
              <a:tblPr firstRow="1" bandRow="1">
                <a:tableStyleId>{5C22544A-7EE6-4342-B048-85BDC9FD1C3A}</a:tableStyleId>
              </a:tblPr>
              <a:tblGrid>
                <a:gridCol w="9872664">
                  <a:extLst>
                    <a:ext uri="{9D8B030D-6E8A-4147-A177-3AD203B41FA5}">
                      <a16:colId xmlns:a16="http://schemas.microsoft.com/office/drawing/2014/main" val="743422230"/>
                    </a:ext>
                  </a:extLst>
                </a:gridCol>
              </a:tblGrid>
              <a:tr h="4371944">
                <a:tc>
                  <a:txBody>
                    <a:bodyPr/>
                    <a:lstStyle/>
                    <a:p>
                      <a:endParaRPr lang="en-US" sz="800" i="1" dirty="0">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2496822786"/>
                  </a:ext>
                </a:extLst>
              </a:tr>
            </a:tbl>
          </a:graphicData>
        </a:graphic>
      </p:graphicFrame>
      <p:pic>
        <p:nvPicPr>
          <p:cNvPr id="6" name="Picture 5" descr="A picture containing text, font, screenshot&#10;&#10;Description automatically generated">
            <a:extLst>
              <a:ext uri="{FF2B5EF4-FFF2-40B4-BE49-F238E27FC236}">
                <a16:creationId xmlns:a16="http://schemas.microsoft.com/office/drawing/2014/main" id="{9A286A19-7654-D3C5-DDC2-5BA67CA6A79E}"/>
              </a:ext>
            </a:extLst>
          </p:cNvPr>
          <p:cNvPicPr>
            <a:picLocks noChangeAspect="1"/>
          </p:cNvPicPr>
          <p:nvPr/>
        </p:nvPicPr>
        <p:blipFill>
          <a:blip r:embed="rId8"/>
          <a:stretch>
            <a:fillRect/>
          </a:stretch>
        </p:blipFill>
        <p:spPr>
          <a:xfrm>
            <a:off x="1745553" y="2194560"/>
            <a:ext cx="4082951" cy="3062213"/>
          </a:xfrm>
          <a:prstGeom prst="rect">
            <a:avLst/>
          </a:prstGeom>
        </p:spPr>
      </p:pic>
      <p:sp>
        <p:nvSpPr>
          <p:cNvPr id="8" name="TextBox 7">
            <a:extLst>
              <a:ext uri="{FF2B5EF4-FFF2-40B4-BE49-F238E27FC236}">
                <a16:creationId xmlns:a16="http://schemas.microsoft.com/office/drawing/2014/main" id="{7A425938-81DD-DF03-9C66-03A42DD20DBB}"/>
              </a:ext>
            </a:extLst>
          </p:cNvPr>
          <p:cNvSpPr txBox="1"/>
          <p:nvPr/>
        </p:nvSpPr>
        <p:spPr>
          <a:xfrm>
            <a:off x="1096766" y="6151468"/>
            <a:ext cx="2398808" cy="461665"/>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800" b="0" i="1">
                <a:latin typeface="Tahoma" panose="020B0604030504040204" pitchFamily="34" charset="0"/>
                <a:ea typeface="Tahoma" panose="020B0604030504040204" pitchFamily="34" charset="0"/>
                <a:cs typeface="Tahoma" panose="020B0604030504040204" pitchFamily="34" charset="0"/>
              </a:rPr>
              <a:t>Source: </a:t>
            </a:r>
            <a:r>
              <a:rPr lang="en-US" sz="800" i="1">
                <a:hlinkClick r:id="rId9"/>
              </a:rPr>
              <a:t>Reading Rockets | Launching Young Readers</a:t>
            </a:r>
            <a:endParaRPr lang="en-US" sz="800" i="1"/>
          </a:p>
          <a:p>
            <a:pPr algn="r" defTabSz="914400">
              <a:defRPr/>
            </a:pPr>
            <a:r>
              <a:rPr lang="en-US" sz="800" i="1">
                <a:hlinkClick r:id="rId10"/>
              </a:rPr>
              <a:t>  TONGUE TWISTER (Free Download) - </a:t>
            </a:r>
            <a:r>
              <a:rPr lang="en-US" sz="800" i="1" err="1">
                <a:hlinkClick r:id="rId10"/>
              </a:rPr>
              <a:t>Guro</a:t>
            </a:r>
            <a:r>
              <a:rPr lang="en-US" sz="800" i="1">
                <a:hlinkClick r:id="rId10"/>
              </a:rPr>
              <a:t> Tayo</a:t>
            </a:r>
            <a:endParaRPr lang="en-US" sz="800" i="1">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r>
              <a:rPr lang="en-US" sz="800" b="0" i="1">
                <a:latin typeface="Tahoma" panose="020B0604030504040204" pitchFamily="34" charset="0"/>
                <a:ea typeface="Tahoma" panose="020B0604030504040204" pitchFamily="34" charset="0"/>
                <a:cs typeface="Tahoma" panose="020B0604030504040204" pitchFamily="34" charset="0"/>
              </a:rPr>
              <a:t> </a:t>
            </a:r>
            <a:endParaRPr lang="en-US" sz="800" b="0" i="0">
              <a:latin typeface="Tahoma" panose="020B0604030504040204" pitchFamily="34" charset="0"/>
              <a:ea typeface="Tahoma" panose="020B0604030504040204" pitchFamily="34" charset="0"/>
              <a:cs typeface="Tahoma" panose="020B0604030504040204" pitchFamily="34" charset="0"/>
            </a:endParaRPr>
          </a:p>
        </p:txBody>
      </p:sp>
      <p:pic>
        <p:nvPicPr>
          <p:cNvPr id="10" name="Picture 9">
            <a:extLst>
              <a:ext uri="{FF2B5EF4-FFF2-40B4-BE49-F238E27FC236}">
                <a16:creationId xmlns:a16="http://schemas.microsoft.com/office/drawing/2014/main" id="{1F11AB5D-D188-5B94-1C2D-8F60411B96EB}"/>
              </a:ext>
            </a:extLst>
          </p:cNvPr>
          <p:cNvPicPr>
            <a:picLocks noChangeAspect="1"/>
          </p:cNvPicPr>
          <p:nvPr/>
        </p:nvPicPr>
        <p:blipFill>
          <a:blip r:embed="rId11"/>
          <a:stretch>
            <a:fillRect/>
          </a:stretch>
        </p:blipFill>
        <p:spPr>
          <a:xfrm>
            <a:off x="6814054" y="2206912"/>
            <a:ext cx="2903759" cy="3121386"/>
          </a:xfrm>
          <a:prstGeom prst="rect">
            <a:avLst/>
          </a:prstGeom>
        </p:spPr>
      </p:pic>
      <p:pic>
        <p:nvPicPr>
          <p:cNvPr id="3" name="set sail tongue twister">
            <a:hlinkClick r:id="" action="ppaction://media"/>
            <a:extLst>
              <a:ext uri="{FF2B5EF4-FFF2-40B4-BE49-F238E27FC236}">
                <a16:creationId xmlns:a16="http://schemas.microsoft.com/office/drawing/2014/main" id="{D9D473DC-EB67-DA2A-C78F-50EF0A24CF1D}"/>
              </a:ext>
            </a:extLst>
          </p:cNvPr>
          <p:cNvPicPr>
            <a:picLocks noChangeAspect="1"/>
          </p:cNvPicPr>
          <p:nvPr>
            <a:audioFile r:link="rId2"/>
            <p:extLst>
              <p:ext uri="{DAA4B4D4-6D71-4841-9C94-3DE7FCFB9230}">
                <p14:media xmlns:p14="http://schemas.microsoft.com/office/powerpoint/2010/main" r:embed="rId1"/>
              </p:ext>
            </p:extLst>
          </p:nvPr>
        </p:nvPicPr>
        <p:blipFill>
          <a:blip r:embed="rId12"/>
          <a:stretch>
            <a:fillRect/>
          </a:stretch>
        </p:blipFill>
        <p:spPr>
          <a:xfrm>
            <a:off x="1307702" y="1800512"/>
            <a:ext cx="406400" cy="406400"/>
          </a:xfrm>
          <a:prstGeom prst="rect">
            <a:avLst/>
          </a:prstGeom>
        </p:spPr>
      </p:pic>
      <p:pic>
        <p:nvPicPr>
          <p:cNvPr id="7" name="seashells tongue twister">
            <a:hlinkClick r:id="" action="ppaction://media"/>
            <a:extLst>
              <a:ext uri="{FF2B5EF4-FFF2-40B4-BE49-F238E27FC236}">
                <a16:creationId xmlns:a16="http://schemas.microsoft.com/office/drawing/2014/main" id="{3F9C9CBA-7A1E-29E4-5073-D4A51987FC38}"/>
              </a:ext>
            </a:extLst>
          </p:cNvPr>
          <p:cNvPicPr>
            <a:picLocks noChangeAspect="1"/>
          </p:cNvPicPr>
          <p:nvPr>
            <a:audioFile r:link="rId4"/>
            <p:extLst>
              <p:ext uri="{DAA4B4D4-6D71-4841-9C94-3DE7FCFB9230}">
                <p14:media xmlns:p14="http://schemas.microsoft.com/office/powerpoint/2010/main" r:embed="rId3"/>
              </p:ext>
            </p:extLst>
          </p:nvPr>
        </p:nvPicPr>
        <p:blipFill>
          <a:blip r:embed="rId12"/>
          <a:stretch>
            <a:fillRect/>
          </a:stretch>
        </p:blipFill>
        <p:spPr>
          <a:xfrm>
            <a:off x="10150199" y="1788160"/>
            <a:ext cx="406400" cy="406400"/>
          </a:xfrm>
          <a:prstGeom prst="rect">
            <a:avLst/>
          </a:prstGeom>
        </p:spPr>
      </p:pic>
    </p:spTree>
    <p:extLst>
      <p:ext uri="{BB962C8B-B14F-4D97-AF65-F5344CB8AC3E}">
        <p14:creationId xmlns:p14="http://schemas.microsoft.com/office/powerpoint/2010/main" val="1894305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008"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304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1" fill="hold" display="0">
                  <p:stCondLst>
                    <p:cond delay="indefinite"/>
                  </p:stCondLst>
                  <p:endCondLst>
                    <p:cond evt="onStopAudio" delay="0">
                      <p:tgtEl>
                        <p:sldTgt/>
                      </p:tgtEl>
                    </p:cond>
                  </p:endCondLst>
                </p:cTn>
                <p:tgtEl>
                  <p:spTgt spid="3"/>
                </p:tgtEl>
              </p:cMediaNode>
            </p:audio>
            <p:audio>
              <p:cMediaNode vol="80000">
                <p:cTn id="12" fill="hold" display="0">
                  <p:stCondLst>
                    <p:cond delay="indefinite"/>
                  </p:stCondLst>
                  <p:endCondLst>
                    <p:cond evt="onStopAudio" delay="0">
                      <p:tgtEl>
                        <p:sldTgt/>
                      </p:tgtEl>
                    </p:cond>
                  </p:endCondLst>
                </p:cTn>
                <p:tgtEl>
                  <p:spTgt spid="7"/>
                </p:tgtEl>
              </p:cMediaNode>
            </p:audio>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3DD3-C27C-457D-ADDD-066D01CB95CA}"/>
              </a:ext>
            </a:extLst>
          </p:cNvPr>
          <p:cNvSpPr>
            <a:spLocks noGrp="1"/>
          </p:cNvSpPr>
          <p:nvPr>
            <p:ph type="title"/>
          </p:nvPr>
        </p:nvSpPr>
        <p:spPr>
          <a:xfrm>
            <a:off x="1096766" y="244867"/>
            <a:ext cx="9875520" cy="1356360"/>
          </a:xfrm>
        </p:spPr>
        <p:txBody>
          <a:bodyPr/>
          <a:lstStyle/>
          <a:p>
            <a:r>
              <a:rPr lang="en-US">
                <a:latin typeface="Rockwell" panose="02060603020205020403" pitchFamily="18" charset="0"/>
              </a:rPr>
              <a:t>Let’s Practice!</a:t>
            </a:r>
          </a:p>
        </p:txBody>
      </p:sp>
      <p:pic>
        <p:nvPicPr>
          <p:cNvPr id="5" name="Graphic 4" descr="Bus">
            <a:extLst>
              <a:ext uri="{FF2B5EF4-FFF2-40B4-BE49-F238E27FC236}">
                <a16:creationId xmlns:a16="http://schemas.microsoft.com/office/drawing/2014/main" id="{22D80468-1845-4A70-B844-7C50FC401D4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22573" y="427629"/>
            <a:ext cx="914400" cy="914400"/>
          </a:xfrm>
          <a:prstGeom prst="rect">
            <a:avLst/>
          </a:prstGeom>
        </p:spPr>
      </p:pic>
      <p:graphicFrame>
        <p:nvGraphicFramePr>
          <p:cNvPr id="4" name="Content Placeholder 3">
            <a:extLst>
              <a:ext uri="{FF2B5EF4-FFF2-40B4-BE49-F238E27FC236}">
                <a16:creationId xmlns:a16="http://schemas.microsoft.com/office/drawing/2014/main" id="{31F44B22-324B-4DE8-B32C-85312184904C}"/>
              </a:ext>
            </a:extLst>
          </p:cNvPr>
          <p:cNvGraphicFramePr>
            <a:graphicFrameLocks noGrp="1"/>
          </p:cNvGraphicFramePr>
          <p:nvPr>
            <p:ph idx="1"/>
          </p:nvPr>
        </p:nvGraphicFramePr>
        <p:xfrm>
          <a:off x="1159668" y="1601227"/>
          <a:ext cx="9872664" cy="4371944"/>
        </p:xfrm>
        <a:graphic>
          <a:graphicData uri="http://schemas.openxmlformats.org/drawingml/2006/table">
            <a:tbl>
              <a:tblPr firstRow="1" bandRow="1">
                <a:tableStyleId>{5C22544A-7EE6-4342-B048-85BDC9FD1C3A}</a:tableStyleId>
              </a:tblPr>
              <a:tblGrid>
                <a:gridCol w="9872664">
                  <a:extLst>
                    <a:ext uri="{9D8B030D-6E8A-4147-A177-3AD203B41FA5}">
                      <a16:colId xmlns:a16="http://schemas.microsoft.com/office/drawing/2014/main" val="743422230"/>
                    </a:ext>
                  </a:extLst>
                </a:gridCol>
              </a:tblGrid>
              <a:tr h="4371944">
                <a:tc>
                  <a:txBody>
                    <a:bodyPr/>
                    <a:lstStyle/>
                    <a:p>
                      <a:endParaRPr lang="en-US" sz="800" i="1">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2496822786"/>
                  </a:ext>
                </a:extLst>
              </a:tr>
            </a:tbl>
          </a:graphicData>
        </a:graphic>
      </p:graphicFrame>
      <p:sp>
        <p:nvSpPr>
          <p:cNvPr id="8" name="TextBox 7">
            <a:extLst>
              <a:ext uri="{FF2B5EF4-FFF2-40B4-BE49-F238E27FC236}">
                <a16:creationId xmlns:a16="http://schemas.microsoft.com/office/drawing/2014/main" id="{7A425938-81DD-DF03-9C66-03A42DD20DBB}"/>
              </a:ext>
            </a:extLst>
          </p:cNvPr>
          <p:cNvSpPr txBox="1"/>
          <p:nvPr/>
        </p:nvSpPr>
        <p:spPr>
          <a:xfrm>
            <a:off x="-435551" y="6232369"/>
            <a:ext cx="4559451" cy="461665"/>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800" b="0" i="1">
                <a:latin typeface="Tahoma" panose="020B0604030504040204" pitchFamily="34" charset="0"/>
                <a:ea typeface="Tahoma" panose="020B0604030504040204" pitchFamily="34" charset="0"/>
                <a:cs typeface="Tahoma" panose="020B0604030504040204" pitchFamily="34" charset="0"/>
              </a:rPr>
              <a:t>Source: </a:t>
            </a:r>
            <a:r>
              <a:rPr lang="en-US" sz="800" i="1">
                <a:hlinkClick r:id="rId4"/>
              </a:rPr>
              <a:t>TONGUE TWISTER (Free Download) - </a:t>
            </a:r>
            <a:r>
              <a:rPr lang="en-US" sz="800" i="1" err="1">
                <a:hlinkClick r:id="rId4"/>
              </a:rPr>
              <a:t>Guro</a:t>
            </a:r>
            <a:r>
              <a:rPr lang="en-US" sz="800" i="1">
                <a:hlinkClick r:id="rId4"/>
              </a:rPr>
              <a:t> Tayo</a:t>
            </a:r>
            <a:endParaRPr lang="en-US" sz="800" i="1"/>
          </a:p>
          <a:p>
            <a:pPr algn="r" defTabSz="914400">
              <a:defRPr/>
            </a:pPr>
            <a:r>
              <a:rPr lang="en-US" sz="800" i="1">
                <a:hlinkClick r:id="rId4"/>
              </a:rPr>
              <a:t>  </a:t>
            </a:r>
            <a:endParaRPr lang="en-US" sz="800" i="1">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r>
              <a:rPr lang="en-US" sz="800" b="0" i="1">
                <a:latin typeface="Tahoma" panose="020B0604030504040204" pitchFamily="34" charset="0"/>
                <a:ea typeface="Tahoma" panose="020B0604030504040204" pitchFamily="34" charset="0"/>
                <a:cs typeface="Tahoma" panose="020B0604030504040204" pitchFamily="34" charset="0"/>
              </a:rPr>
              <a:t> </a:t>
            </a:r>
            <a:endParaRPr lang="en-US" sz="800" b="0" i="0">
              <a:latin typeface="Tahoma" panose="020B0604030504040204" pitchFamily="34" charset="0"/>
              <a:ea typeface="Tahoma" panose="020B0604030504040204" pitchFamily="34" charset="0"/>
              <a:cs typeface="Tahoma" panose="020B0604030504040204" pitchFamily="34" charset="0"/>
            </a:endParaRPr>
          </a:p>
        </p:txBody>
      </p:sp>
      <p:pic>
        <p:nvPicPr>
          <p:cNvPr id="7" name="Picture 6">
            <a:extLst>
              <a:ext uri="{FF2B5EF4-FFF2-40B4-BE49-F238E27FC236}">
                <a16:creationId xmlns:a16="http://schemas.microsoft.com/office/drawing/2014/main" id="{7603552E-FAF7-B879-D994-F6F2DD39F85D}"/>
              </a:ext>
            </a:extLst>
          </p:cNvPr>
          <p:cNvPicPr>
            <a:picLocks noChangeAspect="1"/>
          </p:cNvPicPr>
          <p:nvPr/>
        </p:nvPicPr>
        <p:blipFill>
          <a:blip r:embed="rId5"/>
          <a:stretch>
            <a:fillRect/>
          </a:stretch>
        </p:blipFill>
        <p:spPr>
          <a:xfrm>
            <a:off x="2269221" y="2172053"/>
            <a:ext cx="2832327" cy="3457995"/>
          </a:xfrm>
          <a:prstGeom prst="rect">
            <a:avLst/>
          </a:prstGeom>
        </p:spPr>
      </p:pic>
      <p:pic>
        <p:nvPicPr>
          <p:cNvPr id="11" name="Picture 10">
            <a:extLst>
              <a:ext uri="{FF2B5EF4-FFF2-40B4-BE49-F238E27FC236}">
                <a16:creationId xmlns:a16="http://schemas.microsoft.com/office/drawing/2014/main" id="{4617185F-5450-E4DD-34A2-6AE4898791C0}"/>
              </a:ext>
            </a:extLst>
          </p:cNvPr>
          <p:cNvPicPr>
            <a:picLocks noChangeAspect="1"/>
          </p:cNvPicPr>
          <p:nvPr/>
        </p:nvPicPr>
        <p:blipFill>
          <a:blip r:embed="rId6"/>
          <a:stretch>
            <a:fillRect/>
          </a:stretch>
        </p:blipFill>
        <p:spPr>
          <a:xfrm>
            <a:off x="7064371" y="2196757"/>
            <a:ext cx="2858408" cy="3408588"/>
          </a:xfrm>
          <a:prstGeom prst="rect">
            <a:avLst/>
          </a:prstGeom>
        </p:spPr>
      </p:pic>
    </p:spTree>
    <p:extLst>
      <p:ext uri="{BB962C8B-B14F-4D97-AF65-F5344CB8AC3E}">
        <p14:creationId xmlns:p14="http://schemas.microsoft.com/office/powerpoint/2010/main" val="12597546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3DD3-C27C-457D-ADDD-066D01CB95CA}"/>
              </a:ext>
            </a:extLst>
          </p:cNvPr>
          <p:cNvSpPr>
            <a:spLocks noGrp="1"/>
          </p:cNvSpPr>
          <p:nvPr>
            <p:ph type="title"/>
          </p:nvPr>
        </p:nvSpPr>
        <p:spPr>
          <a:xfrm>
            <a:off x="1096766" y="244867"/>
            <a:ext cx="9875520" cy="1356360"/>
          </a:xfrm>
        </p:spPr>
        <p:txBody>
          <a:bodyPr/>
          <a:lstStyle/>
          <a:p>
            <a:r>
              <a:rPr lang="en-US">
                <a:latin typeface="Rockwell" panose="02060603020205020403" pitchFamily="18" charset="0"/>
              </a:rPr>
              <a:t>Let’s Practice!</a:t>
            </a:r>
          </a:p>
        </p:txBody>
      </p:sp>
      <p:pic>
        <p:nvPicPr>
          <p:cNvPr id="5" name="Graphic 4" descr="Bus">
            <a:extLst>
              <a:ext uri="{FF2B5EF4-FFF2-40B4-BE49-F238E27FC236}">
                <a16:creationId xmlns:a16="http://schemas.microsoft.com/office/drawing/2014/main" id="{22D80468-1845-4A70-B844-7C50FC401D4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22573" y="427629"/>
            <a:ext cx="914400" cy="914400"/>
          </a:xfrm>
          <a:prstGeom prst="rect">
            <a:avLst/>
          </a:prstGeom>
        </p:spPr>
      </p:pic>
      <p:graphicFrame>
        <p:nvGraphicFramePr>
          <p:cNvPr id="4" name="Content Placeholder 3">
            <a:extLst>
              <a:ext uri="{FF2B5EF4-FFF2-40B4-BE49-F238E27FC236}">
                <a16:creationId xmlns:a16="http://schemas.microsoft.com/office/drawing/2014/main" id="{31F44B22-324B-4DE8-B32C-85312184904C}"/>
              </a:ext>
            </a:extLst>
          </p:cNvPr>
          <p:cNvGraphicFramePr>
            <a:graphicFrameLocks noGrp="1"/>
          </p:cNvGraphicFramePr>
          <p:nvPr>
            <p:ph idx="1"/>
          </p:nvPr>
        </p:nvGraphicFramePr>
        <p:xfrm>
          <a:off x="1159668" y="1601227"/>
          <a:ext cx="9872664" cy="4371944"/>
        </p:xfrm>
        <a:graphic>
          <a:graphicData uri="http://schemas.openxmlformats.org/drawingml/2006/table">
            <a:tbl>
              <a:tblPr firstRow="1" bandRow="1">
                <a:tableStyleId>{5C22544A-7EE6-4342-B048-85BDC9FD1C3A}</a:tableStyleId>
              </a:tblPr>
              <a:tblGrid>
                <a:gridCol w="9872664">
                  <a:extLst>
                    <a:ext uri="{9D8B030D-6E8A-4147-A177-3AD203B41FA5}">
                      <a16:colId xmlns:a16="http://schemas.microsoft.com/office/drawing/2014/main" val="743422230"/>
                    </a:ext>
                  </a:extLst>
                </a:gridCol>
              </a:tblGrid>
              <a:tr h="4371944">
                <a:tc>
                  <a:txBody>
                    <a:bodyPr/>
                    <a:lstStyle/>
                    <a:p>
                      <a:endParaRPr lang="en-US" sz="800" i="1">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2496822786"/>
                  </a:ext>
                </a:extLst>
              </a:tr>
            </a:tbl>
          </a:graphicData>
        </a:graphic>
      </p:graphicFrame>
      <p:sp>
        <p:nvSpPr>
          <p:cNvPr id="8" name="TextBox 7">
            <a:extLst>
              <a:ext uri="{FF2B5EF4-FFF2-40B4-BE49-F238E27FC236}">
                <a16:creationId xmlns:a16="http://schemas.microsoft.com/office/drawing/2014/main" id="{7A425938-81DD-DF03-9C66-03A42DD20DBB}"/>
              </a:ext>
            </a:extLst>
          </p:cNvPr>
          <p:cNvSpPr txBox="1"/>
          <p:nvPr/>
        </p:nvSpPr>
        <p:spPr>
          <a:xfrm>
            <a:off x="-435551" y="6232369"/>
            <a:ext cx="4559451" cy="461665"/>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800" b="0" i="1">
                <a:latin typeface="Tahoma" panose="020B0604030504040204" pitchFamily="34" charset="0"/>
                <a:ea typeface="Tahoma" panose="020B0604030504040204" pitchFamily="34" charset="0"/>
                <a:cs typeface="Tahoma" panose="020B0604030504040204" pitchFamily="34" charset="0"/>
              </a:rPr>
              <a:t>Source: </a:t>
            </a:r>
            <a:r>
              <a:rPr lang="en-US" sz="800" i="1">
                <a:hlinkClick r:id="rId4"/>
              </a:rPr>
              <a:t>TONGUE TWISTER (Free Download) - </a:t>
            </a:r>
            <a:r>
              <a:rPr lang="en-US" sz="800" i="1" err="1">
                <a:hlinkClick r:id="rId4"/>
              </a:rPr>
              <a:t>Guro</a:t>
            </a:r>
            <a:r>
              <a:rPr lang="en-US" sz="800" i="1">
                <a:hlinkClick r:id="rId4"/>
              </a:rPr>
              <a:t> Tayo</a:t>
            </a:r>
            <a:endParaRPr lang="en-US" sz="800" i="1"/>
          </a:p>
          <a:p>
            <a:pPr algn="r" defTabSz="914400">
              <a:defRPr/>
            </a:pPr>
            <a:r>
              <a:rPr lang="en-US" sz="800" i="1">
                <a:hlinkClick r:id="rId4"/>
              </a:rPr>
              <a:t>  </a:t>
            </a:r>
            <a:endParaRPr lang="en-US" sz="800" i="1">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r>
              <a:rPr lang="en-US" sz="800" b="0" i="1">
                <a:latin typeface="Tahoma" panose="020B0604030504040204" pitchFamily="34" charset="0"/>
                <a:ea typeface="Tahoma" panose="020B0604030504040204" pitchFamily="34" charset="0"/>
                <a:cs typeface="Tahoma" panose="020B0604030504040204" pitchFamily="34" charset="0"/>
              </a:rPr>
              <a:t> </a:t>
            </a:r>
            <a:endParaRPr lang="en-US" sz="800" b="0" i="0">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a16="http://schemas.microsoft.com/office/drawing/2014/main" id="{7679A224-3B40-63E8-4E4F-6F295F0CD9E4}"/>
              </a:ext>
            </a:extLst>
          </p:cNvPr>
          <p:cNvPicPr>
            <a:picLocks noChangeAspect="1"/>
          </p:cNvPicPr>
          <p:nvPr/>
        </p:nvPicPr>
        <p:blipFill>
          <a:blip r:embed="rId5"/>
          <a:stretch>
            <a:fillRect/>
          </a:stretch>
        </p:blipFill>
        <p:spPr>
          <a:xfrm>
            <a:off x="2068472" y="2273767"/>
            <a:ext cx="3059158" cy="3254567"/>
          </a:xfrm>
          <a:prstGeom prst="rect">
            <a:avLst/>
          </a:prstGeom>
        </p:spPr>
      </p:pic>
      <p:pic>
        <p:nvPicPr>
          <p:cNvPr id="10" name="Picture 9">
            <a:extLst>
              <a:ext uri="{FF2B5EF4-FFF2-40B4-BE49-F238E27FC236}">
                <a16:creationId xmlns:a16="http://schemas.microsoft.com/office/drawing/2014/main" id="{8B43A2B1-C2A1-7BC0-53A7-CE584DD29DC3}"/>
              </a:ext>
            </a:extLst>
          </p:cNvPr>
          <p:cNvPicPr>
            <a:picLocks noChangeAspect="1"/>
          </p:cNvPicPr>
          <p:nvPr/>
        </p:nvPicPr>
        <p:blipFill>
          <a:blip r:embed="rId6"/>
          <a:stretch>
            <a:fillRect/>
          </a:stretch>
        </p:blipFill>
        <p:spPr>
          <a:xfrm>
            <a:off x="6584673" y="2142190"/>
            <a:ext cx="2875799" cy="3517719"/>
          </a:xfrm>
          <a:prstGeom prst="rect">
            <a:avLst/>
          </a:prstGeom>
        </p:spPr>
      </p:pic>
    </p:spTree>
    <p:extLst>
      <p:ext uri="{BB962C8B-B14F-4D97-AF65-F5344CB8AC3E}">
        <p14:creationId xmlns:p14="http://schemas.microsoft.com/office/powerpoint/2010/main" val="33392231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3DD3-C27C-457D-ADDD-066D01CB95CA}"/>
              </a:ext>
            </a:extLst>
          </p:cNvPr>
          <p:cNvSpPr>
            <a:spLocks noGrp="1"/>
          </p:cNvSpPr>
          <p:nvPr>
            <p:ph type="title"/>
          </p:nvPr>
        </p:nvSpPr>
        <p:spPr>
          <a:xfrm>
            <a:off x="1096766" y="244867"/>
            <a:ext cx="9875520" cy="1356360"/>
          </a:xfrm>
        </p:spPr>
        <p:txBody>
          <a:bodyPr/>
          <a:lstStyle/>
          <a:p>
            <a:r>
              <a:rPr lang="en-US">
                <a:latin typeface="Rockwell" panose="02060603020205020403" pitchFamily="18" charset="0"/>
              </a:rPr>
              <a:t>Let’s Practice!</a:t>
            </a:r>
          </a:p>
        </p:txBody>
      </p:sp>
      <p:pic>
        <p:nvPicPr>
          <p:cNvPr id="5" name="Graphic 4" descr="Bus">
            <a:extLst>
              <a:ext uri="{FF2B5EF4-FFF2-40B4-BE49-F238E27FC236}">
                <a16:creationId xmlns:a16="http://schemas.microsoft.com/office/drawing/2014/main" id="{22D80468-1845-4A70-B844-7C50FC401D4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28573" y="460759"/>
            <a:ext cx="914400" cy="914400"/>
          </a:xfrm>
          <a:prstGeom prst="rect">
            <a:avLst/>
          </a:prstGeom>
        </p:spPr>
      </p:pic>
      <p:graphicFrame>
        <p:nvGraphicFramePr>
          <p:cNvPr id="4" name="Content Placeholder 3">
            <a:extLst>
              <a:ext uri="{FF2B5EF4-FFF2-40B4-BE49-F238E27FC236}">
                <a16:creationId xmlns:a16="http://schemas.microsoft.com/office/drawing/2014/main" id="{31F44B22-324B-4DE8-B32C-85312184904C}"/>
              </a:ext>
            </a:extLst>
          </p:cNvPr>
          <p:cNvGraphicFramePr>
            <a:graphicFrameLocks noGrp="1"/>
          </p:cNvGraphicFramePr>
          <p:nvPr>
            <p:ph idx="1"/>
          </p:nvPr>
        </p:nvGraphicFramePr>
        <p:xfrm>
          <a:off x="1159668" y="1601227"/>
          <a:ext cx="9872664" cy="4371944"/>
        </p:xfrm>
        <a:graphic>
          <a:graphicData uri="http://schemas.openxmlformats.org/drawingml/2006/table">
            <a:tbl>
              <a:tblPr firstRow="1" bandRow="1">
                <a:tableStyleId>{5C22544A-7EE6-4342-B048-85BDC9FD1C3A}</a:tableStyleId>
              </a:tblPr>
              <a:tblGrid>
                <a:gridCol w="9872664">
                  <a:extLst>
                    <a:ext uri="{9D8B030D-6E8A-4147-A177-3AD203B41FA5}">
                      <a16:colId xmlns:a16="http://schemas.microsoft.com/office/drawing/2014/main" val="743422230"/>
                    </a:ext>
                  </a:extLst>
                </a:gridCol>
              </a:tblGrid>
              <a:tr h="4371944">
                <a:tc>
                  <a:txBody>
                    <a:bodyPr/>
                    <a:lstStyle/>
                    <a:p>
                      <a:endParaRPr lang="en-US" sz="800" i="1">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2496822786"/>
                  </a:ext>
                </a:extLst>
              </a:tr>
            </a:tbl>
          </a:graphicData>
        </a:graphic>
      </p:graphicFrame>
      <p:sp>
        <p:nvSpPr>
          <p:cNvPr id="8" name="TextBox 7">
            <a:extLst>
              <a:ext uri="{FF2B5EF4-FFF2-40B4-BE49-F238E27FC236}">
                <a16:creationId xmlns:a16="http://schemas.microsoft.com/office/drawing/2014/main" id="{7A425938-81DD-DF03-9C66-03A42DD20DBB}"/>
              </a:ext>
            </a:extLst>
          </p:cNvPr>
          <p:cNvSpPr txBox="1"/>
          <p:nvPr/>
        </p:nvSpPr>
        <p:spPr>
          <a:xfrm>
            <a:off x="-435551" y="6232369"/>
            <a:ext cx="4559451" cy="461665"/>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800" b="0" i="1">
                <a:latin typeface="Tahoma" panose="020B0604030504040204" pitchFamily="34" charset="0"/>
                <a:ea typeface="Tahoma" panose="020B0604030504040204" pitchFamily="34" charset="0"/>
                <a:cs typeface="Tahoma" panose="020B0604030504040204" pitchFamily="34" charset="0"/>
              </a:rPr>
              <a:t>Source: </a:t>
            </a:r>
            <a:r>
              <a:rPr lang="en-US" sz="800" i="1">
                <a:hlinkClick r:id="rId4"/>
              </a:rPr>
              <a:t>TONGUE TWISTER (Free Download) - </a:t>
            </a:r>
            <a:r>
              <a:rPr lang="en-US" sz="800" i="1" err="1">
                <a:hlinkClick r:id="rId4"/>
              </a:rPr>
              <a:t>Guro</a:t>
            </a:r>
            <a:r>
              <a:rPr lang="en-US" sz="800" i="1">
                <a:hlinkClick r:id="rId4"/>
              </a:rPr>
              <a:t> Tayo</a:t>
            </a:r>
            <a:endParaRPr lang="en-US" sz="800" i="1"/>
          </a:p>
          <a:p>
            <a:pPr algn="r" defTabSz="914400">
              <a:defRPr/>
            </a:pPr>
            <a:r>
              <a:rPr lang="en-US" sz="800" i="1">
                <a:hlinkClick r:id="rId4"/>
              </a:rPr>
              <a:t>  </a:t>
            </a:r>
            <a:endParaRPr lang="en-US" sz="800" i="1">
              <a:latin typeface="Tahoma" panose="020B0604030504040204" pitchFamily="34" charset="0"/>
              <a:ea typeface="Tahoma" panose="020B0604030504040204" pitchFamily="34" charset="0"/>
              <a:cs typeface="Tahoma" panose="020B060403050404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r>
              <a:rPr lang="en-US" sz="800" b="0" i="1">
                <a:latin typeface="Tahoma" panose="020B0604030504040204" pitchFamily="34" charset="0"/>
                <a:ea typeface="Tahoma" panose="020B0604030504040204" pitchFamily="34" charset="0"/>
                <a:cs typeface="Tahoma" panose="020B0604030504040204" pitchFamily="34" charset="0"/>
              </a:rPr>
              <a:t> </a:t>
            </a:r>
            <a:endParaRPr lang="en-US" sz="800" b="0" i="0">
              <a:latin typeface="Tahoma" panose="020B0604030504040204" pitchFamily="34" charset="0"/>
              <a:ea typeface="Tahoma" panose="020B0604030504040204" pitchFamily="34" charset="0"/>
              <a:cs typeface="Tahoma" panose="020B0604030504040204" pitchFamily="34" charset="0"/>
            </a:endParaRPr>
          </a:p>
        </p:txBody>
      </p:sp>
      <p:pic>
        <p:nvPicPr>
          <p:cNvPr id="7" name="Picture 6">
            <a:extLst>
              <a:ext uri="{FF2B5EF4-FFF2-40B4-BE49-F238E27FC236}">
                <a16:creationId xmlns:a16="http://schemas.microsoft.com/office/drawing/2014/main" id="{A1F8C0A2-BFF8-F193-2083-B8AE44BD9BBD}"/>
              </a:ext>
            </a:extLst>
          </p:cNvPr>
          <p:cNvPicPr>
            <a:picLocks noChangeAspect="1"/>
          </p:cNvPicPr>
          <p:nvPr/>
        </p:nvPicPr>
        <p:blipFill>
          <a:blip r:embed="rId5"/>
          <a:stretch>
            <a:fillRect/>
          </a:stretch>
        </p:blipFill>
        <p:spPr>
          <a:xfrm>
            <a:off x="1844174" y="1963464"/>
            <a:ext cx="3376729" cy="3647469"/>
          </a:xfrm>
          <a:prstGeom prst="rect">
            <a:avLst/>
          </a:prstGeom>
        </p:spPr>
      </p:pic>
      <p:pic>
        <p:nvPicPr>
          <p:cNvPr id="11" name="Picture 10">
            <a:extLst>
              <a:ext uri="{FF2B5EF4-FFF2-40B4-BE49-F238E27FC236}">
                <a16:creationId xmlns:a16="http://schemas.microsoft.com/office/drawing/2014/main" id="{33C25617-35C8-E14F-9FCF-3C53EC005A11}"/>
              </a:ext>
            </a:extLst>
          </p:cNvPr>
          <p:cNvPicPr>
            <a:picLocks noChangeAspect="1"/>
          </p:cNvPicPr>
          <p:nvPr/>
        </p:nvPicPr>
        <p:blipFill>
          <a:blip r:embed="rId6"/>
          <a:stretch>
            <a:fillRect/>
          </a:stretch>
        </p:blipFill>
        <p:spPr>
          <a:xfrm>
            <a:off x="6523970" y="2057738"/>
            <a:ext cx="2997206" cy="3480199"/>
          </a:xfrm>
          <a:prstGeom prst="rect">
            <a:avLst/>
          </a:prstGeom>
        </p:spPr>
      </p:pic>
    </p:spTree>
    <p:extLst>
      <p:ext uri="{BB962C8B-B14F-4D97-AF65-F5344CB8AC3E}">
        <p14:creationId xmlns:p14="http://schemas.microsoft.com/office/powerpoint/2010/main" val="11749654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3DD3-C27C-457D-ADDD-066D01CB95CA}"/>
              </a:ext>
            </a:extLst>
          </p:cNvPr>
          <p:cNvSpPr>
            <a:spLocks noGrp="1"/>
          </p:cNvSpPr>
          <p:nvPr>
            <p:ph type="title"/>
          </p:nvPr>
        </p:nvSpPr>
        <p:spPr>
          <a:xfrm>
            <a:off x="1096766" y="244867"/>
            <a:ext cx="9875520" cy="1356360"/>
          </a:xfrm>
        </p:spPr>
        <p:txBody>
          <a:bodyPr/>
          <a:lstStyle/>
          <a:p>
            <a:r>
              <a:rPr lang="en-US">
                <a:latin typeface="Rockwell"/>
              </a:rPr>
              <a:t>SPEECH RATE EXERCISE</a:t>
            </a:r>
            <a:endParaRPr lang="en-US">
              <a:latin typeface="Rockwell" panose="02060603020205020403" pitchFamily="18" charset="0"/>
            </a:endParaRPr>
          </a:p>
        </p:txBody>
      </p:sp>
      <p:pic>
        <p:nvPicPr>
          <p:cNvPr id="5" name="Graphic 4" descr="Bus">
            <a:extLst>
              <a:ext uri="{FF2B5EF4-FFF2-40B4-BE49-F238E27FC236}">
                <a16:creationId xmlns:a16="http://schemas.microsoft.com/office/drawing/2014/main" id="{22D80468-1845-4A70-B844-7C50FC401D4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22573" y="427629"/>
            <a:ext cx="914400" cy="914400"/>
          </a:xfrm>
          <a:prstGeom prst="rect">
            <a:avLst/>
          </a:prstGeom>
        </p:spPr>
      </p:pic>
      <p:graphicFrame>
        <p:nvGraphicFramePr>
          <p:cNvPr id="4" name="Content Placeholder 3">
            <a:extLst>
              <a:ext uri="{FF2B5EF4-FFF2-40B4-BE49-F238E27FC236}">
                <a16:creationId xmlns:a16="http://schemas.microsoft.com/office/drawing/2014/main" id="{31F44B22-324B-4DE8-B32C-85312184904C}"/>
              </a:ext>
            </a:extLst>
          </p:cNvPr>
          <p:cNvGraphicFramePr>
            <a:graphicFrameLocks noGrp="1"/>
          </p:cNvGraphicFramePr>
          <p:nvPr>
            <p:ph idx="1"/>
            <p:extLst>
              <p:ext uri="{D42A27DB-BD31-4B8C-83A1-F6EECF244321}">
                <p14:modId xmlns:p14="http://schemas.microsoft.com/office/powerpoint/2010/main" val="212056142"/>
              </p:ext>
            </p:extLst>
          </p:nvPr>
        </p:nvGraphicFramePr>
        <p:xfrm>
          <a:off x="1159668" y="1601227"/>
          <a:ext cx="9872664" cy="4371944"/>
        </p:xfrm>
        <a:graphic>
          <a:graphicData uri="http://schemas.openxmlformats.org/drawingml/2006/table">
            <a:tbl>
              <a:tblPr firstRow="1" bandRow="1">
                <a:tableStyleId>{5C22544A-7EE6-4342-B048-85BDC9FD1C3A}</a:tableStyleId>
              </a:tblPr>
              <a:tblGrid>
                <a:gridCol w="9872664">
                  <a:extLst>
                    <a:ext uri="{9D8B030D-6E8A-4147-A177-3AD203B41FA5}">
                      <a16:colId xmlns:a16="http://schemas.microsoft.com/office/drawing/2014/main" val="743422230"/>
                    </a:ext>
                  </a:extLst>
                </a:gridCol>
              </a:tblGrid>
              <a:tr h="4371944">
                <a:tc>
                  <a:txBody>
                    <a:bodyPr/>
                    <a:lstStyle/>
                    <a:p>
                      <a:endParaRPr lang="en-US" sz="800" i="1">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2496822786"/>
                  </a:ext>
                </a:extLst>
              </a:tr>
            </a:tbl>
          </a:graphicData>
        </a:graphic>
      </p:graphicFrame>
      <p:sp>
        <p:nvSpPr>
          <p:cNvPr id="3" name="TextBox 2">
            <a:extLst>
              <a:ext uri="{FF2B5EF4-FFF2-40B4-BE49-F238E27FC236}">
                <a16:creationId xmlns:a16="http://schemas.microsoft.com/office/drawing/2014/main" id="{1B9D1BFB-572F-1CD0-469D-E8C4C2AF1EB0}"/>
              </a:ext>
            </a:extLst>
          </p:cNvPr>
          <p:cNvSpPr txBox="1"/>
          <p:nvPr/>
        </p:nvSpPr>
        <p:spPr>
          <a:xfrm>
            <a:off x="1719532" y="1604512"/>
            <a:ext cx="8767312"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b="1" dirty="0">
              <a:solidFill>
                <a:srgbClr val="FFFFFF"/>
              </a:solidFill>
              <a:latin typeface="Rockwell"/>
              <a:cs typeface="Calibri"/>
            </a:endParaRPr>
          </a:p>
          <a:p>
            <a:endParaRPr lang="en-US" b="1" dirty="0">
              <a:solidFill>
                <a:srgbClr val="FFFFFF"/>
              </a:solidFill>
              <a:latin typeface="Rockwell"/>
              <a:cs typeface="Calibri"/>
            </a:endParaRPr>
          </a:p>
          <a:p>
            <a:r>
              <a:rPr lang="en-US" dirty="0">
                <a:solidFill>
                  <a:srgbClr val="FFFFFF"/>
                </a:solidFill>
                <a:latin typeface="Rockwell"/>
                <a:cs typeface="Segoe UI"/>
              </a:rPr>
              <a:t>Early to bed and early to rise, keeps a man healthy, wealthy and wise'. The great advantage of early rising is the good start it gives us in our day’s work. In the early morning, the mind is fresh and there are few sounds so that work done at that time is generally well done.</a:t>
            </a:r>
            <a:r>
              <a:rPr lang="en-US" dirty="0">
                <a:solidFill>
                  <a:srgbClr val="FFFFFF"/>
                </a:solidFill>
                <a:latin typeface="Rockwell"/>
                <a:cs typeface="Calibri"/>
              </a:rPr>
              <a:t> </a:t>
            </a:r>
          </a:p>
          <a:p>
            <a:endParaRPr lang="en-US" dirty="0">
              <a:solidFill>
                <a:srgbClr val="FFFFFF"/>
              </a:solidFill>
              <a:latin typeface="Rockwell"/>
              <a:cs typeface="Calibri"/>
            </a:endParaRPr>
          </a:p>
          <a:p>
            <a:r>
              <a:rPr lang="en-US" dirty="0">
                <a:solidFill>
                  <a:srgbClr val="FFFFFF"/>
                </a:solidFill>
                <a:latin typeface="Rockwell"/>
                <a:cs typeface="Segoe UI"/>
              </a:rPr>
              <a:t>The early riser also finds time to take some exercise in the fresh morning air, and‚ this exercise supplies him with a fund of energy that will last until the evening. By beginning so early, he knows that he has plenty of time to do through all the work he can be expected to do and is not tempted to hurry over any part of it. All his working being finished in good time, he has a long interval of rest in the evening before he goes to bed.</a:t>
            </a:r>
            <a:r>
              <a:rPr lang="en-US" dirty="0">
                <a:solidFill>
                  <a:srgbClr val="FFFFFF"/>
                </a:solidFill>
                <a:latin typeface="Rockwell"/>
                <a:cs typeface="Calibri"/>
              </a:rPr>
              <a:t> </a:t>
            </a:r>
          </a:p>
        </p:txBody>
      </p:sp>
    </p:spTree>
    <p:extLst>
      <p:ext uri="{BB962C8B-B14F-4D97-AF65-F5344CB8AC3E}">
        <p14:creationId xmlns:p14="http://schemas.microsoft.com/office/powerpoint/2010/main" val="36832798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3DD3-C27C-457D-ADDD-066D01CB95CA}"/>
              </a:ext>
            </a:extLst>
          </p:cNvPr>
          <p:cNvSpPr>
            <a:spLocks noGrp="1"/>
          </p:cNvSpPr>
          <p:nvPr>
            <p:ph type="title"/>
          </p:nvPr>
        </p:nvSpPr>
        <p:spPr>
          <a:xfrm>
            <a:off x="1158240" y="231140"/>
            <a:ext cx="9875520" cy="1356360"/>
          </a:xfrm>
        </p:spPr>
        <p:txBody>
          <a:bodyPr/>
          <a:lstStyle/>
          <a:p>
            <a:r>
              <a:rPr lang="en-US">
                <a:latin typeface="Rockwell" panose="02060603020205020403" pitchFamily="18" charset="0"/>
              </a:rPr>
              <a:t>Terminal Objectives</a:t>
            </a:r>
          </a:p>
        </p:txBody>
      </p:sp>
      <p:pic>
        <p:nvPicPr>
          <p:cNvPr id="7" name="Graphic 6" descr="Sun">
            <a:extLst>
              <a:ext uri="{FF2B5EF4-FFF2-40B4-BE49-F238E27FC236}">
                <a16:creationId xmlns:a16="http://schemas.microsoft.com/office/drawing/2014/main" id="{6314C98B-D1E0-4291-8DE1-BABBB730A23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97040" y="452120"/>
            <a:ext cx="914400" cy="914400"/>
          </a:xfrm>
          <a:prstGeom prst="rect">
            <a:avLst/>
          </a:prstGeom>
        </p:spPr>
      </p:pic>
      <p:graphicFrame>
        <p:nvGraphicFramePr>
          <p:cNvPr id="4" name="Content Placeholder 3">
            <a:extLst>
              <a:ext uri="{FF2B5EF4-FFF2-40B4-BE49-F238E27FC236}">
                <a16:creationId xmlns:a16="http://schemas.microsoft.com/office/drawing/2014/main" id="{31F44B22-324B-4DE8-B32C-85312184904C}"/>
              </a:ext>
            </a:extLst>
          </p:cNvPr>
          <p:cNvGraphicFramePr>
            <a:graphicFrameLocks noGrp="1"/>
          </p:cNvGraphicFramePr>
          <p:nvPr>
            <p:ph idx="1"/>
            <p:extLst>
              <p:ext uri="{D42A27DB-BD31-4B8C-83A1-F6EECF244321}">
                <p14:modId xmlns:p14="http://schemas.microsoft.com/office/powerpoint/2010/main" val="3246831961"/>
              </p:ext>
            </p:extLst>
          </p:nvPr>
        </p:nvGraphicFramePr>
        <p:xfrm>
          <a:off x="2121693" y="1913255"/>
          <a:ext cx="7431882" cy="3020696"/>
        </p:xfrm>
        <a:graphic>
          <a:graphicData uri="http://schemas.openxmlformats.org/drawingml/2006/table">
            <a:tbl>
              <a:tblPr firstRow="1" bandRow="1">
                <a:tableStyleId>{5C22544A-7EE6-4342-B048-85BDC9FD1C3A}</a:tableStyleId>
              </a:tblPr>
              <a:tblGrid>
                <a:gridCol w="7431882">
                  <a:extLst>
                    <a:ext uri="{9D8B030D-6E8A-4147-A177-3AD203B41FA5}">
                      <a16:colId xmlns:a16="http://schemas.microsoft.com/office/drawing/2014/main" val="743422230"/>
                    </a:ext>
                  </a:extLst>
                </a:gridCol>
              </a:tblGrid>
              <a:tr h="454661">
                <a:tc>
                  <a:txBody>
                    <a:bodyPr/>
                    <a:lstStyle/>
                    <a:p>
                      <a:r>
                        <a:rPr lang="en-US" dirty="0">
                          <a:latin typeface="Tahoma" panose="020B0604030504040204" pitchFamily="34" charset="0"/>
                          <a:ea typeface="Tahoma" panose="020B0604030504040204" pitchFamily="34" charset="0"/>
                          <a:cs typeface="Tahoma" panose="020B0604030504040204" pitchFamily="34" charset="0"/>
                        </a:rPr>
                        <a:t>At the end of this course, you should be able to:</a:t>
                      </a:r>
                    </a:p>
                  </a:txBody>
                  <a:tcPr/>
                </a:tc>
                <a:extLst>
                  <a:ext uri="{0D108BD9-81ED-4DB2-BD59-A6C34878D82A}">
                    <a16:rowId xmlns:a16="http://schemas.microsoft.com/office/drawing/2014/main" val="2496822786"/>
                  </a:ext>
                </a:extLst>
              </a:tr>
              <a:tr h="2566035">
                <a:tc>
                  <a:txBody>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lang="en-US" dirty="0">
                          <a:latin typeface="Tahoma" panose="020B0604030504040204" pitchFamily="34" charset="0"/>
                          <a:ea typeface="Tahoma" panose="020B0604030504040204" pitchFamily="34" charset="0"/>
                          <a:cs typeface="Tahoma" panose="020B0604030504040204" pitchFamily="34" charset="0"/>
                        </a:rPr>
                        <a:t>Produce the different English sounds;</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lang="en-US" dirty="0">
                          <a:latin typeface="Tahoma" panose="020B0604030504040204" pitchFamily="34" charset="0"/>
                          <a:ea typeface="Tahoma" panose="020B0604030504040204" pitchFamily="34" charset="0"/>
                          <a:cs typeface="Tahoma" panose="020B0604030504040204" pitchFamily="34" charset="0"/>
                        </a:rPr>
                        <a:t>Unlearn Filipino sounds;</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lang="en-US" dirty="0">
                          <a:latin typeface="Tahoma" panose="020B0604030504040204" pitchFamily="34" charset="0"/>
                          <a:ea typeface="Tahoma" panose="020B0604030504040204" pitchFamily="34" charset="0"/>
                          <a:cs typeface="Tahoma" panose="020B0604030504040204" pitchFamily="34" charset="0"/>
                        </a:rPr>
                        <a:t>Properly use articulators;</a:t>
                      </a:r>
                    </a:p>
                    <a:p>
                      <a:pPr marL="285750" lvl="0" indent="-285750" algn="l">
                        <a:lnSpc>
                          <a:spcPct val="150000"/>
                        </a:lnSpc>
                        <a:buFont typeface="Wingdings" panose="05000000000000000000" pitchFamily="2" charset="2"/>
                        <a:buChar char="ü"/>
                      </a:pPr>
                      <a:r>
                        <a:rPr lang="en-US" dirty="0">
                          <a:latin typeface="Tahoma" panose="020B0604030504040204" pitchFamily="34" charset="0"/>
                          <a:ea typeface="Tahoma" panose="020B0604030504040204" pitchFamily="34" charset="0"/>
                          <a:cs typeface="Tahoma" panose="020B0604030504040204" pitchFamily="34" charset="0"/>
                        </a:rPr>
                        <a:t>Practice saying the different sounds;</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lang="en-US" dirty="0">
                          <a:latin typeface="Tahoma" panose="020B0604030504040204" pitchFamily="34" charset="0"/>
                          <a:ea typeface="Tahoma" panose="020B0604030504040204" pitchFamily="34" charset="0"/>
                          <a:cs typeface="Tahoma" panose="020B0604030504040204" pitchFamily="34" charset="0"/>
                        </a:rPr>
                        <a:t>Demonstrate the ability to speak with a neutral accent.</a:t>
                      </a:r>
                    </a:p>
                  </a:txBody>
                  <a:tcPr/>
                </a:tc>
                <a:extLst>
                  <a:ext uri="{0D108BD9-81ED-4DB2-BD59-A6C34878D82A}">
                    <a16:rowId xmlns:a16="http://schemas.microsoft.com/office/drawing/2014/main" val="744739329"/>
                  </a:ext>
                </a:extLst>
              </a:tr>
            </a:tbl>
          </a:graphicData>
        </a:graphic>
      </p:graphicFrame>
    </p:spTree>
    <p:extLst>
      <p:ext uri="{BB962C8B-B14F-4D97-AF65-F5344CB8AC3E}">
        <p14:creationId xmlns:p14="http://schemas.microsoft.com/office/powerpoint/2010/main" val="3357640938"/>
      </p:ext>
    </p:extLst>
  </p:cSld>
  <p:clrMapOvr>
    <a:masterClrMapping/>
  </p:clrMapOvr>
</p:sld>
</file>

<file path=ppt/theme/theme1.xml><?xml version="1.0" encoding="utf-8"?>
<a:theme xmlns:a="http://schemas.openxmlformats.org/drawingml/2006/main" name="Basis">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TF55885775_Student does teacher does_v2.potx" id="{618315E5-C348-40CF-AD40-05C2F7C13378}" vid="{0C991BBE-F1C3-4926-9687-DBEAAE8C923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ABF1ABED-93B7-45AC-A513-2CB1FF159AFF}">
  <ds:schemaRefs>
    <ds:schemaRef ds:uri="http://schemas.microsoft.com/sharepoint/v3/contenttype/forms"/>
  </ds:schemaRefs>
</ds:datastoreItem>
</file>

<file path=customXml/itemProps2.xml><?xml version="1.0" encoding="utf-8"?>
<ds:datastoreItem xmlns:ds="http://schemas.openxmlformats.org/officeDocument/2006/customXml" ds:itemID="{79B27744-7857-4992-B755-05855FC59147}">
  <ds:schemaRefs>
    <ds:schemaRef ds:uri="16c05727-aa75-4e4a-9b5f-8a80a1165891"/>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D6CA70E-ED75-4FF0-A862-8EF12B737755}">
  <ds:schemaRefs>
    <ds:schemaRef ds:uri="16c05727-aa75-4e4a-9b5f-8a80a1165891"/>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Student does, teacher does</Template>
  <TotalTime>957</TotalTime>
  <Words>3500</Words>
  <Application>Microsoft Office PowerPoint</Application>
  <PresentationFormat>Widescreen</PresentationFormat>
  <Paragraphs>878</Paragraphs>
  <Slides>45</Slides>
  <Notes>36</Notes>
  <HiddenSlides>0</HiddenSlides>
  <MMClips>5</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45</vt:i4>
      </vt:variant>
    </vt:vector>
  </HeadingPairs>
  <TitlesOfParts>
    <vt:vector size="55" baseType="lpstr">
      <vt:lpstr>-apple-system</vt:lpstr>
      <vt:lpstr>Arial</vt:lpstr>
      <vt:lpstr>Calibri</vt:lpstr>
      <vt:lpstr>Corbel</vt:lpstr>
      <vt:lpstr>Raavi</vt:lpstr>
      <vt:lpstr>Rockwell</vt:lpstr>
      <vt:lpstr>system-ui</vt:lpstr>
      <vt:lpstr>Tahoma</vt:lpstr>
      <vt:lpstr>Wingdings</vt:lpstr>
      <vt:lpstr>Basis</vt:lpstr>
      <vt:lpstr>A GUIDE TO PRONUNCIATION</vt:lpstr>
      <vt:lpstr>Learning Objectives</vt:lpstr>
      <vt:lpstr>Vowels &amp; Consonants</vt:lpstr>
      <vt:lpstr>The Long Vowels</vt:lpstr>
      <vt:lpstr>The Long Vowels</vt:lpstr>
      <vt:lpstr>The Long Vowels</vt:lpstr>
      <vt:lpstr>The Long Vowels</vt:lpstr>
      <vt:lpstr>The Short Vowels</vt:lpstr>
      <vt:lpstr>The Short Vowels</vt:lpstr>
      <vt:lpstr>The Short Vowels</vt:lpstr>
      <vt:lpstr>MINIMAL PAIRS</vt:lpstr>
      <vt:lpstr>MINIMAL PAIRS</vt:lpstr>
      <vt:lpstr>MINIMAL PAIRS</vt:lpstr>
      <vt:lpstr>MINIMAL PAIRS</vt:lpstr>
      <vt:lpstr>Let’s Practice!</vt:lpstr>
      <vt:lpstr>The Consonants</vt:lpstr>
      <vt:lpstr>The Consonants</vt:lpstr>
      <vt:lpstr>The Consonants</vt:lpstr>
      <vt:lpstr>The Consonants</vt:lpstr>
      <vt:lpstr>P – F Minimal Pairs</vt:lpstr>
      <vt:lpstr>P – F Minimal Pairs</vt:lpstr>
      <vt:lpstr>Let’s Practice!</vt:lpstr>
      <vt:lpstr>B – V Minimal Pairs</vt:lpstr>
      <vt:lpstr>Let’s Practice!</vt:lpstr>
      <vt:lpstr>Digraphs</vt:lpstr>
      <vt:lpstr>MINIMAL PAIRS </vt:lpstr>
      <vt:lpstr>Let’s Practice!</vt:lpstr>
      <vt:lpstr>R-Controlled Vowels </vt:lpstr>
      <vt:lpstr>Graphemes</vt:lpstr>
      <vt:lpstr>Graphemes</vt:lpstr>
      <vt:lpstr>STRETCH YOUR ARTICULATORS!</vt:lpstr>
      <vt:lpstr>BREATHING EXERCISES</vt:lpstr>
      <vt:lpstr>DRILLS</vt:lpstr>
      <vt:lpstr>BREATHING EXERCISES</vt:lpstr>
      <vt:lpstr>ARTICULATION EXERCISES</vt:lpstr>
      <vt:lpstr>PowerPoint Presentation</vt:lpstr>
      <vt:lpstr>PowerPoint Presentation</vt:lpstr>
      <vt:lpstr>VOCAL EXERCISES</vt:lpstr>
      <vt:lpstr>VOCAL EXERCISES</vt:lpstr>
      <vt:lpstr>Let’s Practice!</vt:lpstr>
      <vt:lpstr>Let’s Practice!</vt:lpstr>
      <vt:lpstr>Let’s Practice!</vt:lpstr>
      <vt:lpstr>Let’s Practice!</vt:lpstr>
      <vt:lpstr>SPEECH RATE EXERCISE</vt:lpstr>
      <vt:lpstr>Terminal Objectives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GUIDE TO PRONUNCIATION</dc:title>
  <dc:creator>Maria Susan Centino</dc:creator>
  <cp:lastModifiedBy>Maria Susan Centino</cp:lastModifiedBy>
  <cp:revision>2</cp:revision>
  <dcterms:created xsi:type="dcterms:W3CDTF">2023-06-26T07:38:59Z</dcterms:created>
  <dcterms:modified xsi:type="dcterms:W3CDTF">2025-10-08T08:52:40Z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